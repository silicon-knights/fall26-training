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3" r:id="rId3"/>
    <p:sldMasterId id="214748369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5143500" cy="9144000"/>
  <p:embeddedFontLst>
    <p:embeddedFont>
      <p:font typeface="Arimo"/>
      <p:regular r:id="rId13"/>
      <p:bold r:id="rId14"/>
      <p:italic r:id="rId15"/>
      <p:boldItalic r:id="rId16"/>
    </p:embeddedFont>
    <p:embeddedFont>
      <p:font typeface="Arimo SemiBold"/>
      <p:regular r:id="rId17"/>
      <p:bold r:id="rId18"/>
      <p:italic r:id="rId19"/>
      <p:boldItalic r:id="rId20"/>
    </p:embeddedFont>
    <p:embeddedFont>
      <p:font typeface="Arimo Medium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ArimoSemiBold-boldItalic.fntdata"/><Relationship Id="rId22" Type="http://schemas.openxmlformats.org/officeDocument/2006/relationships/font" Target="fonts/ArimoMedium-bold.fntdata"/><Relationship Id="rId21" Type="http://schemas.openxmlformats.org/officeDocument/2006/relationships/font" Target="fonts/ArimoMedium-regular.fntdata"/><Relationship Id="rId24" Type="http://schemas.openxmlformats.org/officeDocument/2006/relationships/font" Target="fonts/ArimoMedium-boldItalic.fntdata"/><Relationship Id="rId23" Type="http://schemas.openxmlformats.org/officeDocument/2006/relationships/font" Target="fonts/ArimoMedium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Arimo-regular.fntdata"/><Relationship Id="rId12" Type="http://schemas.openxmlformats.org/officeDocument/2006/relationships/slide" Target="slides/slide7.xml"/><Relationship Id="rId15" Type="http://schemas.openxmlformats.org/officeDocument/2006/relationships/font" Target="fonts/Arimo-italic.fntdata"/><Relationship Id="rId14" Type="http://schemas.openxmlformats.org/officeDocument/2006/relationships/font" Target="fonts/Arimo-bold.fntdata"/><Relationship Id="rId17" Type="http://schemas.openxmlformats.org/officeDocument/2006/relationships/font" Target="fonts/ArimoSemiBold-regular.fntdata"/><Relationship Id="rId16" Type="http://schemas.openxmlformats.org/officeDocument/2006/relationships/font" Target="fonts/Arimo-boldItalic.fntdata"/><Relationship Id="rId19" Type="http://schemas.openxmlformats.org/officeDocument/2006/relationships/font" Target="fonts/ArimoSemiBold-italic.fntdata"/><Relationship Id="rId18" Type="http://schemas.openxmlformats.org/officeDocument/2006/relationships/font" Target="fonts/ArimoSemiBold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h31d5ac843f3098ba_1_720:notes"/>
          <p:cNvSpPr/>
          <p:nvPr>
            <p:ph idx="2" type="sldImg"/>
          </p:nvPr>
        </p:nvSpPr>
        <p:spPr>
          <a:xfrm>
            <a:off x="285975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h31d5ac843f3098ba_1_720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9" name="Google Shape;36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8" name="Google Shape;37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0" name="Google Shape;39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h33250a0aa2715589_1_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0" name="Google Shape;400;h33250a0aa2715589_1_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h33250a0aa2715589_1_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1" name="Google Shape;41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h31d5ac843f3098ba_1_1455:notes"/>
          <p:cNvSpPr/>
          <p:nvPr>
            <p:ph idx="2" type="sldImg"/>
          </p:nvPr>
        </p:nvSpPr>
        <p:spPr>
          <a:xfrm>
            <a:off x="285975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h31d5ac843f3098ba_1_1455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SLIDE">
  <p:cSld name="TITLE_SLIDE">
    <p:bg>
      <p:bgPr>
        <a:solidFill>
          <a:srgbClr val="FFF1DB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321040" y="475488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rgbClr val="3C3F4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rgbClr val="3C3F4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rgbClr val="3C3F4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rgbClr val="3C3F4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rgbClr val="3C3F4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rgbClr val="3C3F4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rgbClr val="3C3F4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rgbClr val="3C3F4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rgbClr val="3C3F4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">
  <p:cSld name="CONTENT">
    <p:bg>
      <p:bgPr>
        <a:solidFill>
          <a:srgbClr val="FFF1DB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Google Shape;14;p3"/>
          <p:cNvCxnSpPr/>
          <p:nvPr/>
        </p:nvCxnSpPr>
        <p:spPr>
          <a:xfrm>
            <a:off x="548640" y="1097280"/>
            <a:ext cx="804672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321040" y="475488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rgbClr val="3C3F4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rgbClr val="3C3F4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rgbClr val="3C3F4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rgbClr val="3C3F4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rgbClr val="3C3F4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rgbClr val="3C3F4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rgbClr val="3C3F4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rgbClr val="3C3F4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spcBef>
                <a:spcPts val="0"/>
              </a:spcBef>
              <a:buNone/>
              <a:defRPr b="0" i="0" sz="1000" u="none" cap="none" strike="noStrike">
                <a:solidFill>
                  <a:srgbClr val="3C3F4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BLANK_1_3">
    <p:bg>
      <p:bgPr>
        <a:solidFill>
          <a:schemeClr val="accent5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6"/>
          <p:cNvPicPr preferRelativeResize="0"/>
          <p:nvPr/>
        </p:nvPicPr>
        <p:blipFill rotWithShape="1">
          <a:blip r:embed="rId2">
            <a:alphaModFix amt="60000"/>
          </a:blip>
          <a:srcRect b="4816" l="0" r="0" t="0"/>
          <a:stretch/>
        </p:blipFill>
        <p:spPr>
          <a:xfrm>
            <a:off x="277500" y="277500"/>
            <a:ext cx="8589000" cy="4599000"/>
          </a:xfrm>
          <a:prstGeom prst="roundRect">
            <a:avLst>
              <a:gd fmla="val 13515" name="adj"/>
            </a:avLst>
          </a:prstGeom>
          <a:noFill/>
          <a:ln>
            <a:noFill/>
          </a:ln>
        </p:spPr>
      </p:pic>
      <p:sp>
        <p:nvSpPr>
          <p:cNvPr id="22" name="Google Shape;22;p6"/>
          <p:cNvSpPr txBox="1"/>
          <p:nvPr>
            <p:ph idx="1" type="subTitle"/>
          </p:nvPr>
        </p:nvSpPr>
        <p:spPr>
          <a:xfrm>
            <a:off x="821004" y="4044275"/>
            <a:ext cx="58593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9pPr>
          </a:lstStyle>
          <a:p/>
        </p:txBody>
      </p:sp>
      <p:cxnSp>
        <p:nvCxnSpPr>
          <p:cNvPr id="23" name="Google Shape;23;p6"/>
          <p:cNvCxnSpPr/>
          <p:nvPr/>
        </p:nvCxnSpPr>
        <p:spPr>
          <a:xfrm>
            <a:off x="805650" y="792575"/>
            <a:ext cx="7547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" name="Google Shape;24;p6"/>
          <p:cNvCxnSpPr/>
          <p:nvPr/>
        </p:nvCxnSpPr>
        <p:spPr>
          <a:xfrm>
            <a:off x="805650" y="4521775"/>
            <a:ext cx="7547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" name="Google Shape;25;p6"/>
          <p:cNvSpPr txBox="1"/>
          <p:nvPr>
            <p:ph idx="2" type="subTitle"/>
          </p:nvPr>
        </p:nvSpPr>
        <p:spPr>
          <a:xfrm>
            <a:off x="805651" y="582750"/>
            <a:ext cx="17433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9pPr>
          </a:lstStyle>
          <a:p/>
        </p:txBody>
      </p:sp>
      <p:sp>
        <p:nvSpPr>
          <p:cNvPr id="26" name="Google Shape;26;p6"/>
          <p:cNvSpPr txBox="1"/>
          <p:nvPr>
            <p:ph idx="3" type="subTitle"/>
          </p:nvPr>
        </p:nvSpPr>
        <p:spPr>
          <a:xfrm>
            <a:off x="2679901" y="582750"/>
            <a:ext cx="17433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4" type="subTitle"/>
          </p:nvPr>
        </p:nvSpPr>
        <p:spPr>
          <a:xfrm>
            <a:off x="7677976" y="582750"/>
            <a:ext cx="17433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zeret Mono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type="title"/>
          </p:nvPr>
        </p:nvSpPr>
        <p:spPr>
          <a:xfrm>
            <a:off x="795525" y="2323100"/>
            <a:ext cx="4838100" cy="145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Alt 2">
  <p:cSld name="BLANK_1_1_1">
    <p:bg>
      <p:bgPr>
        <a:solidFill>
          <a:schemeClr val="accent5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oogle Shape;30;p7"/>
          <p:cNvGrpSpPr/>
          <p:nvPr/>
        </p:nvGrpSpPr>
        <p:grpSpPr>
          <a:xfrm>
            <a:off x="277515" y="277501"/>
            <a:ext cx="8589075" cy="4593888"/>
            <a:chOff x="277500" y="277500"/>
            <a:chExt cx="8589075" cy="4593888"/>
          </a:xfrm>
        </p:grpSpPr>
        <p:pic>
          <p:nvPicPr>
            <p:cNvPr id="31" name="Google Shape;31;p7"/>
            <p:cNvPicPr preferRelativeResize="0"/>
            <p:nvPr/>
          </p:nvPicPr>
          <p:blipFill>
            <a:blip r:embed="rId2">
              <a:alphaModFix amt="10000"/>
            </a:blip>
            <a:stretch>
              <a:fillRect/>
            </a:stretch>
          </p:blipFill>
          <p:spPr>
            <a:xfrm>
              <a:off x="277575" y="277500"/>
              <a:ext cx="8589000" cy="459388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" name="Google Shape;32;p7"/>
            <p:cNvSpPr/>
            <p:nvPr/>
          </p:nvSpPr>
          <p:spPr>
            <a:xfrm>
              <a:off x="277500" y="277500"/>
              <a:ext cx="8589000" cy="4582500"/>
            </a:xfrm>
            <a:prstGeom prst="roundRect">
              <a:avLst>
                <a:gd fmla="val 6093" name="adj"/>
              </a:avLst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</p:grpSp>
      <p:sp>
        <p:nvSpPr>
          <p:cNvPr id="33" name="Google Shape;33;p7"/>
          <p:cNvSpPr/>
          <p:nvPr/>
        </p:nvSpPr>
        <p:spPr>
          <a:xfrm>
            <a:off x="601356" y="3751056"/>
            <a:ext cx="576000" cy="576000"/>
          </a:xfrm>
          <a:prstGeom prst="ellipse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34" name="Google Shape;34;p7"/>
          <p:cNvSpPr/>
          <p:nvPr/>
        </p:nvSpPr>
        <p:spPr>
          <a:xfrm>
            <a:off x="651558" y="3801258"/>
            <a:ext cx="475500" cy="4755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35" name="Google Shape;35;p7"/>
          <p:cNvSpPr txBox="1"/>
          <p:nvPr>
            <p:ph idx="1" type="subTitle"/>
          </p:nvPr>
        </p:nvSpPr>
        <p:spPr>
          <a:xfrm>
            <a:off x="601325" y="3751025"/>
            <a:ext cx="576000" cy="576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mo"/>
              <a:buNone/>
              <a:defRPr sz="16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mo"/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cxnSp>
        <p:nvCxnSpPr>
          <p:cNvPr id="36" name="Google Shape;36;p7"/>
          <p:cNvCxnSpPr/>
          <p:nvPr/>
        </p:nvCxnSpPr>
        <p:spPr>
          <a:xfrm rot="10800000">
            <a:off x="1341900" y="4039025"/>
            <a:ext cx="10146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37" name="Google Shape;37;p7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" name="Google Shape;38;p7"/>
          <p:cNvSpPr txBox="1"/>
          <p:nvPr>
            <p:ph type="title"/>
          </p:nvPr>
        </p:nvSpPr>
        <p:spPr>
          <a:xfrm>
            <a:off x="2598475" y="3493075"/>
            <a:ext cx="5985300" cy="99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eakers">
  <p:cSld name="CUSTOM_23">
    <p:bg>
      <p:bgPr>
        <a:solidFill>
          <a:schemeClr val="accent5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/>
          <p:nvPr>
            <p:ph idx="2" type="pic"/>
          </p:nvPr>
        </p:nvSpPr>
        <p:spPr>
          <a:xfrm>
            <a:off x="277500" y="1963600"/>
            <a:ext cx="1333800" cy="1337100"/>
          </a:xfrm>
          <a:prstGeom prst="roundRect">
            <a:avLst>
              <a:gd fmla="val 14278" name="adj"/>
            </a:avLst>
          </a:prstGeom>
          <a:noFill/>
          <a:ln>
            <a:noFill/>
          </a:ln>
        </p:spPr>
      </p:sp>
      <p:sp>
        <p:nvSpPr>
          <p:cNvPr id="41" name="Google Shape;41;p8"/>
          <p:cNvSpPr/>
          <p:nvPr>
            <p:ph idx="3" type="pic"/>
          </p:nvPr>
        </p:nvSpPr>
        <p:spPr>
          <a:xfrm>
            <a:off x="1728225" y="1963600"/>
            <a:ext cx="1333800" cy="1337100"/>
          </a:xfrm>
          <a:prstGeom prst="roundRect">
            <a:avLst>
              <a:gd fmla="val 14278" name="adj"/>
            </a:avLst>
          </a:prstGeom>
          <a:noFill/>
          <a:ln>
            <a:noFill/>
          </a:ln>
        </p:spPr>
      </p:sp>
      <p:sp>
        <p:nvSpPr>
          <p:cNvPr id="42" name="Google Shape;42;p8"/>
          <p:cNvSpPr/>
          <p:nvPr>
            <p:ph idx="4" type="pic"/>
          </p:nvPr>
        </p:nvSpPr>
        <p:spPr>
          <a:xfrm>
            <a:off x="3179025" y="1963600"/>
            <a:ext cx="1333800" cy="1337100"/>
          </a:xfrm>
          <a:prstGeom prst="roundRect">
            <a:avLst>
              <a:gd fmla="val 14278" name="adj"/>
            </a:avLst>
          </a:prstGeom>
          <a:noFill/>
          <a:ln>
            <a:noFill/>
          </a:ln>
        </p:spPr>
      </p:sp>
      <p:sp>
        <p:nvSpPr>
          <p:cNvPr id="43" name="Google Shape;43;p8"/>
          <p:cNvSpPr/>
          <p:nvPr>
            <p:ph idx="5" type="pic"/>
          </p:nvPr>
        </p:nvSpPr>
        <p:spPr>
          <a:xfrm>
            <a:off x="4629825" y="1963600"/>
            <a:ext cx="1333800" cy="1337100"/>
          </a:xfrm>
          <a:prstGeom prst="roundRect">
            <a:avLst>
              <a:gd fmla="val 14278" name="adj"/>
            </a:avLst>
          </a:prstGeom>
          <a:noFill/>
          <a:ln>
            <a:noFill/>
          </a:ln>
        </p:spPr>
      </p:sp>
      <p:sp>
        <p:nvSpPr>
          <p:cNvPr id="44" name="Google Shape;44;p8"/>
          <p:cNvSpPr/>
          <p:nvPr>
            <p:ph idx="6" type="pic"/>
          </p:nvPr>
        </p:nvSpPr>
        <p:spPr>
          <a:xfrm>
            <a:off x="6080625" y="1963600"/>
            <a:ext cx="1333800" cy="1337100"/>
          </a:xfrm>
          <a:prstGeom prst="roundRect">
            <a:avLst>
              <a:gd fmla="val 14278" name="adj"/>
            </a:avLst>
          </a:prstGeom>
          <a:noFill/>
          <a:ln>
            <a:noFill/>
          </a:ln>
        </p:spPr>
      </p:sp>
      <p:sp>
        <p:nvSpPr>
          <p:cNvPr id="45" name="Google Shape;45;p8"/>
          <p:cNvSpPr/>
          <p:nvPr>
            <p:ph idx="7" type="pic"/>
          </p:nvPr>
        </p:nvSpPr>
        <p:spPr>
          <a:xfrm>
            <a:off x="7531425" y="1963600"/>
            <a:ext cx="1333800" cy="1337100"/>
          </a:xfrm>
          <a:prstGeom prst="roundRect">
            <a:avLst>
              <a:gd fmla="val 14278" name="adj"/>
            </a:avLst>
          </a:prstGeom>
          <a:noFill/>
          <a:ln>
            <a:noFill/>
          </a:ln>
        </p:spPr>
      </p:sp>
      <p:sp>
        <p:nvSpPr>
          <p:cNvPr id="46" name="Google Shape;46;p8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7" name="Google Shape;47;p8"/>
          <p:cNvSpPr txBox="1"/>
          <p:nvPr>
            <p:ph type="title"/>
          </p:nvPr>
        </p:nvSpPr>
        <p:spPr>
          <a:xfrm>
            <a:off x="277500" y="577275"/>
            <a:ext cx="7137000" cy="99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48" name="Google Shape;48;p8"/>
          <p:cNvSpPr txBox="1"/>
          <p:nvPr>
            <p:ph idx="1" type="body"/>
          </p:nvPr>
        </p:nvSpPr>
        <p:spPr>
          <a:xfrm>
            <a:off x="370644" y="4380300"/>
            <a:ext cx="13338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49" name="Google Shape;49;p8"/>
          <p:cNvSpPr txBox="1"/>
          <p:nvPr>
            <p:ph idx="8" type="body"/>
          </p:nvPr>
        </p:nvSpPr>
        <p:spPr>
          <a:xfrm>
            <a:off x="1821624" y="4380300"/>
            <a:ext cx="13338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50" name="Google Shape;50;p8"/>
          <p:cNvSpPr txBox="1"/>
          <p:nvPr>
            <p:ph idx="9" type="body"/>
          </p:nvPr>
        </p:nvSpPr>
        <p:spPr>
          <a:xfrm>
            <a:off x="3272604" y="4380300"/>
            <a:ext cx="13338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51" name="Google Shape;51;p8"/>
          <p:cNvSpPr txBox="1"/>
          <p:nvPr>
            <p:ph idx="13" type="body"/>
          </p:nvPr>
        </p:nvSpPr>
        <p:spPr>
          <a:xfrm>
            <a:off x="4723584" y="4380300"/>
            <a:ext cx="13338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52" name="Google Shape;52;p8"/>
          <p:cNvSpPr txBox="1"/>
          <p:nvPr>
            <p:ph idx="14" type="body"/>
          </p:nvPr>
        </p:nvSpPr>
        <p:spPr>
          <a:xfrm>
            <a:off x="6174564" y="4380300"/>
            <a:ext cx="13338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53" name="Google Shape;53;p8"/>
          <p:cNvSpPr txBox="1"/>
          <p:nvPr>
            <p:ph idx="15" type="body"/>
          </p:nvPr>
        </p:nvSpPr>
        <p:spPr>
          <a:xfrm>
            <a:off x="7625544" y="4380300"/>
            <a:ext cx="13338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54" name="Google Shape;54;p8"/>
          <p:cNvSpPr txBox="1"/>
          <p:nvPr>
            <p:ph idx="16" type="subTitle"/>
          </p:nvPr>
        </p:nvSpPr>
        <p:spPr>
          <a:xfrm>
            <a:off x="370650" y="3810800"/>
            <a:ext cx="12480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55" name="Google Shape;55;p8"/>
          <p:cNvSpPr txBox="1"/>
          <p:nvPr>
            <p:ph idx="17" type="subTitle"/>
          </p:nvPr>
        </p:nvSpPr>
        <p:spPr>
          <a:xfrm>
            <a:off x="1821493" y="3810800"/>
            <a:ext cx="12480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56" name="Google Shape;56;p8"/>
          <p:cNvSpPr txBox="1"/>
          <p:nvPr>
            <p:ph idx="18" type="subTitle"/>
          </p:nvPr>
        </p:nvSpPr>
        <p:spPr>
          <a:xfrm>
            <a:off x="3272343" y="3810800"/>
            <a:ext cx="12480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57" name="Google Shape;57;p8"/>
          <p:cNvSpPr txBox="1"/>
          <p:nvPr>
            <p:ph idx="19" type="subTitle"/>
          </p:nvPr>
        </p:nvSpPr>
        <p:spPr>
          <a:xfrm>
            <a:off x="4723193" y="3810800"/>
            <a:ext cx="12480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20" type="subTitle"/>
          </p:nvPr>
        </p:nvSpPr>
        <p:spPr>
          <a:xfrm>
            <a:off x="6174375" y="3810800"/>
            <a:ext cx="12480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59" name="Google Shape;59;p8"/>
          <p:cNvSpPr txBox="1"/>
          <p:nvPr>
            <p:ph idx="21" type="subTitle"/>
          </p:nvPr>
        </p:nvSpPr>
        <p:spPr>
          <a:xfrm>
            <a:off x="7625550" y="3810800"/>
            <a:ext cx="12480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Arimo"/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22" type="subTitle"/>
          </p:nvPr>
        </p:nvSpPr>
        <p:spPr>
          <a:xfrm>
            <a:off x="277500" y="291038"/>
            <a:ext cx="17433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61" name="Google Shape;61;p8"/>
          <p:cNvSpPr txBox="1"/>
          <p:nvPr>
            <p:ph idx="23" type="subTitle"/>
          </p:nvPr>
        </p:nvSpPr>
        <p:spPr>
          <a:xfrm>
            <a:off x="7151050" y="290218"/>
            <a:ext cx="17154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 cards">
  <p:cSld name="CUSTOM_24">
    <p:bg>
      <p:bgPr>
        <a:solidFill>
          <a:schemeClr val="accent5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417936" y="2908400"/>
            <a:ext cx="1337400" cy="3909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2" type="subTitle"/>
          </p:nvPr>
        </p:nvSpPr>
        <p:spPr>
          <a:xfrm>
            <a:off x="2167325" y="2908400"/>
            <a:ext cx="1337400" cy="3909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3" type="subTitle"/>
          </p:nvPr>
        </p:nvSpPr>
        <p:spPr>
          <a:xfrm>
            <a:off x="3905470" y="2908400"/>
            <a:ext cx="1337400" cy="3909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66" name="Google Shape;66;p9"/>
          <p:cNvSpPr txBox="1"/>
          <p:nvPr>
            <p:ph idx="4" type="subTitle"/>
          </p:nvPr>
        </p:nvSpPr>
        <p:spPr>
          <a:xfrm>
            <a:off x="5652384" y="2908400"/>
            <a:ext cx="1337400" cy="3909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67" name="Google Shape;67;p9"/>
          <p:cNvSpPr txBox="1"/>
          <p:nvPr>
            <p:ph idx="5" type="subTitle"/>
          </p:nvPr>
        </p:nvSpPr>
        <p:spPr>
          <a:xfrm>
            <a:off x="7392630" y="2908400"/>
            <a:ext cx="1337400" cy="3909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68" name="Google Shape;68;p9"/>
          <p:cNvSpPr txBox="1"/>
          <p:nvPr>
            <p:ph idx="6" type="body"/>
          </p:nvPr>
        </p:nvSpPr>
        <p:spPr>
          <a:xfrm>
            <a:off x="417811" y="3433000"/>
            <a:ext cx="1337400" cy="1176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/>
        </p:txBody>
      </p:sp>
      <p:sp>
        <p:nvSpPr>
          <p:cNvPr id="69" name="Google Shape;69;p9"/>
          <p:cNvSpPr txBox="1"/>
          <p:nvPr>
            <p:ph idx="7" type="body"/>
          </p:nvPr>
        </p:nvSpPr>
        <p:spPr>
          <a:xfrm>
            <a:off x="2167325" y="3433000"/>
            <a:ext cx="1337400" cy="117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/>
        </p:txBody>
      </p:sp>
      <p:sp>
        <p:nvSpPr>
          <p:cNvPr id="70" name="Google Shape;70;p9"/>
          <p:cNvSpPr txBox="1"/>
          <p:nvPr>
            <p:ph idx="8" type="body"/>
          </p:nvPr>
        </p:nvSpPr>
        <p:spPr>
          <a:xfrm>
            <a:off x="3903300" y="3433000"/>
            <a:ext cx="1337400" cy="117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/>
        </p:txBody>
      </p:sp>
      <p:sp>
        <p:nvSpPr>
          <p:cNvPr id="71" name="Google Shape;71;p9"/>
          <p:cNvSpPr txBox="1"/>
          <p:nvPr>
            <p:ph idx="9" type="body"/>
          </p:nvPr>
        </p:nvSpPr>
        <p:spPr>
          <a:xfrm>
            <a:off x="5648625" y="3433000"/>
            <a:ext cx="1337400" cy="117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/>
        </p:txBody>
      </p:sp>
      <p:sp>
        <p:nvSpPr>
          <p:cNvPr id="72" name="Google Shape;72;p9"/>
          <p:cNvSpPr txBox="1"/>
          <p:nvPr>
            <p:ph idx="13" type="body"/>
          </p:nvPr>
        </p:nvSpPr>
        <p:spPr>
          <a:xfrm>
            <a:off x="7385291" y="3433000"/>
            <a:ext cx="1337400" cy="117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/>
        </p:txBody>
      </p:sp>
      <p:sp>
        <p:nvSpPr>
          <p:cNvPr id="73" name="Google Shape;73;p9"/>
          <p:cNvSpPr txBox="1"/>
          <p:nvPr>
            <p:ph idx="14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74" name="Google Shape;74;p9"/>
          <p:cNvSpPr txBox="1"/>
          <p:nvPr>
            <p:ph idx="15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75" name="Google Shape;75;p9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76" name="Google Shape;76;p9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 - Alt 1">
  <p:cSld name="CUSTOM_25">
    <p:bg>
      <p:bgPr>
        <a:solidFill>
          <a:schemeClr val="accent5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0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9" name="Google Shape;79;p10"/>
          <p:cNvSpPr txBox="1"/>
          <p:nvPr/>
        </p:nvSpPr>
        <p:spPr>
          <a:xfrm>
            <a:off x="277500" y="277500"/>
            <a:ext cx="8589000" cy="10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80" name="Google Shape;80;p10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81" name="Google Shape;81;p10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82" name="Google Shape;82;p10"/>
          <p:cNvSpPr txBox="1"/>
          <p:nvPr>
            <p:ph idx="3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83" name="Google Shape;83;p10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+ 4 steps - Alt 1">
  <p:cSld name="CUSTOM_25_1_1">
    <p:bg>
      <p:bgPr>
        <a:solidFill>
          <a:schemeClr val="accent5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1"/>
          <p:cNvSpPr txBox="1"/>
          <p:nvPr>
            <p:ph type="title"/>
          </p:nvPr>
        </p:nvSpPr>
        <p:spPr>
          <a:xfrm>
            <a:off x="1969400" y="138075"/>
            <a:ext cx="5217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6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6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86" name="Google Shape;86;p11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87" name="Google Shape;87;p11"/>
          <p:cNvSpPr txBox="1"/>
          <p:nvPr>
            <p:ph idx="2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88" name="Google Shape;88;p11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9" name="Google Shape;89;p11"/>
          <p:cNvSpPr/>
          <p:nvPr>
            <p:ph idx="3" type="pic"/>
          </p:nvPr>
        </p:nvSpPr>
        <p:spPr>
          <a:xfrm>
            <a:off x="3766700" y="873150"/>
            <a:ext cx="1621800" cy="3549600"/>
          </a:xfrm>
          <a:prstGeom prst="roundRect">
            <a:avLst>
              <a:gd fmla="val 10482" name="adj"/>
            </a:avLst>
          </a:prstGeom>
          <a:noFill/>
          <a:ln>
            <a:noFill/>
          </a:ln>
        </p:spPr>
      </p:sp>
      <p:sp>
        <p:nvSpPr>
          <p:cNvPr id="90" name="Google Shape;90;p11"/>
          <p:cNvSpPr/>
          <p:nvPr>
            <p:ph idx="4" type="pic"/>
          </p:nvPr>
        </p:nvSpPr>
        <p:spPr>
          <a:xfrm>
            <a:off x="289100" y="1324475"/>
            <a:ext cx="1563300" cy="2531100"/>
          </a:xfrm>
          <a:prstGeom prst="roundRect">
            <a:avLst>
              <a:gd fmla="val 11947" name="adj"/>
            </a:avLst>
          </a:prstGeom>
          <a:noFill/>
          <a:ln>
            <a:noFill/>
          </a:ln>
        </p:spPr>
      </p:sp>
      <p:sp>
        <p:nvSpPr>
          <p:cNvPr id="91" name="Google Shape;91;p11"/>
          <p:cNvSpPr/>
          <p:nvPr>
            <p:ph idx="5" type="pic"/>
          </p:nvPr>
        </p:nvSpPr>
        <p:spPr>
          <a:xfrm>
            <a:off x="1969400" y="1142650"/>
            <a:ext cx="1563300" cy="2531100"/>
          </a:xfrm>
          <a:prstGeom prst="roundRect">
            <a:avLst>
              <a:gd fmla="val 11947" name="adj"/>
            </a:avLst>
          </a:prstGeom>
          <a:noFill/>
          <a:ln>
            <a:noFill/>
          </a:ln>
        </p:spPr>
      </p:sp>
      <p:sp>
        <p:nvSpPr>
          <p:cNvPr id="92" name="Google Shape;92;p11"/>
          <p:cNvSpPr/>
          <p:nvPr>
            <p:ph idx="6" type="pic"/>
          </p:nvPr>
        </p:nvSpPr>
        <p:spPr>
          <a:xfrm>
            <a:off x="5623125" y="1142650"/>
            <a:ext cx="1563300" cy="2531100"/>
          </a:xfrm>
          <a:prstGeom prst="roundRect">
            <a:avLst>
              <a:gd fmla="val 11947" name="adj"/>
            </a:avLst>
          </a:prstGeom>
          <a:noFill/>
          <a:ln>
            <a:noFill/>
          </a:ln>
        </p:spPr>
      </p:sp>
      <p:sp>
        <p:nvSpPr>
          <p:cNvPr id="93" name="Google Shape;93;p11"/>
          <p:cNvSpPr/>
          <p:nvPr>
            <p:ph idx="7" type="pic"/>
          </p:nvPr>
        </p:nvSpPr>
        <p:spPr>
          <a:xfrm>
            <a:off x="7304050" y="1324475"/>
            <a:ext cx="1563300" cy="2531100"/>
          </a:xfrm>
          <a:prstGeom prst="roundRect">
            <a:avLst>
              <a:gd fmla="val 11947" name="adj"/>
            </a:avLst>
          </a:prstGeom>
          <a:noFill/>
          <a:ln>
            <a:noFill/>
          </a:ln>
        </p:spPr>
      </p:sp>
      <p:sp>
        <p:nvSpPr>
          <p:cNvPr id="94" name="Google Shape;94;p11"/>
          <p:cNvSpPr txBox="1"/>
          <p:nvPr>
            <p:ph idx="8" type="subTitle"/>
          </p:nvPr>
        </p:nvSpPr>
        <p:spPr>
          <a:xfrm>
            <a:off x="378475" y="4261299"/>
            <a:ext cx="1563300" cy="20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95" name="Google Shape;95;p11"/>
          <p:cNvSpPr txBox="1"/>
          <p:nvPr>
            <p:ph idx="9" type="subTitle"/>
          </p:nvPr>
        </p:nvSpPr>
        <p:spPr>
          <a:xfrm>
            <a:off x="378476" y="4562900"/>
            <a:ext cx="1473900" cy="29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96" name="Google Shape;96;p11"/>
          <p:cNvSpPr txBox="1"/>
          <p:nvPr>
            <p:ph idx="13" type="subTitle"/>
          </p:nvPr>
        </p:nvSpPr>
        <p:spPr>
          <a:xfrm>
            <a:off x="2057625" y="4074126"/>
            <a:ext cx="1563300" cy="20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97" name="Google Shape;97;p11"/>
          <p:cNvSpPr txBox="1"/>
          <p:nvPr>
            <p:ph idx="14" type="subTitle"/>
          </p:nvPr>
        </p:nvSpPr>
        <p:spPr>
          <a:xfrm>
            <a:off x="2057625" y="4375725"/>
            <a:ext cx="1473900" cy="29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98" name="Google Shape;98;p11"/>
          <p:cNvSpPr txBox="1"/>
          <p:nvPr>
            <p:ph idx="15" type="subTitle"/>
          </p:nvPr>
        </p:nvSpPr>
        <p:spPr>
          <a:xfrm>
            <a:off x="5712200" y="4074126"/>
            <a:ext cx="15633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99" name="Google Shape;99;p11"/>
          <p:cNvSpPr txBox="1"/>
          <p:nvPr>
            <p:ph idx="16" type="subTitle"/>
          </p:nvPr>
        </p:nvSpPr>
        <p:spPr>
          <a:xfrm>
            <a:off x="5712200" y="4375725"/>
            <a:ext cx="1473900" cy="29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00" name="Google Shape;100;p11"/>
          <p:cNvSpPr txBox="1"/>
          <p:nvPr>
            <p:ph idx="17" type="subTitle"/>
          </p:nvPr>
        </p:nvSpPr>
        <p:spPr>
          <a:xfrm>
            <a:off x="7395575" y="4261301"/>
            <a:ext cx="15633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01" name="Google Shape;101;p11"/>
          <p:cNvSpPr txBox="1"/>
          <p:nvPr>
            <p:ph idx="18" type="subTitle"/>
          </p:nvPr>
        </p:nvSpPr>
        <p:spPr>
          <a:xfrm>
            <a:off x="7395575" y="4562900"/>
            <a:ext cx="1504200" cy="29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b="1" sz="8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1">
  <p:cSld name="CUSTOM_21_1_1">
    <p:bg>
      <p:bgPr>
        <a:solidFill>
          <a:schemeClr val="accent5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2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104" name="Google Shape;104;p12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05" name="Google Shape;105;p12"/>
          <p:cNvSpPr txBox="1"/>
          <p:nvPr>
            <p:ph idx="2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06" name="Google Shape;106;p12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main point">
  <p:cSld name="BLANK_1_1_1_1_1_1">
    <p:bg>
      <p:bgPr>
        <a:solidFill>
          <a:schemeClr val="accent5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13"/>
          <p:cNvPicPr preferRelativeResize="0"/>
          <p:nvPr/>
        </p:nvPicPr>
        <p:blipFill rotWithShape="1">
          <a:blip r:embed="rId2">
            <a:alphaModFix amt="10000"/>
          </a:blip>
          <a:srcRect b="720" l="1068" r="20" t="592"/>
          <a:stretch/>
        </p:blipFill>
        <p:spPr>
          <a:xfrm>
            <a:off x="277425" y="277650"/>
            <a:ext cx="8588100" cy="4582500"/>
          </a:xfrm>
          <a:prstGeom prst="roundRect">
            <a:avLst>
              <a:gd fmla="val 13460" name="adj"/>
            </a:avLst>
          </a:prstGeom>
          <a:noFill/>
          <a:ln>
            <a:noFill/>
          </a:ln>
        </p:spPr>
      </p:pic>
      <p:sp>
        <p:nvSpPr>
          <p:cNvPr id="109" name="Google Shape;109;p13"/>
          <p:cNvSpPr txBox="1"/>
          <p:nvPr>
            <p:ph type="title"/>
          </p:nvPr>
        </p:nvSpPr>
        <p:spPr>
          <a:xfrm>
            <a:off x="625375" y="2731850"/>
            <a:ext cx="4034400" cy="174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10" name="Google Shape;110;p13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">
    <p:bg>
      <p:bgPr>
        <a:solidFill>
          <a:schemeClr val="accent5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4"/>
          <p:cNvSpPr txBox="1"/>
          <p:nvPr>
            <p:ph idx="1" type="subTitle"/>
          </p:nvPr>
        </p:nvSpPr>
        <p:spPr>
          <a:xfrm>
            <a:off x="4539825" y="3178291"/>
            <a:ext cx="4325700" cy="452700"/>
          </a:xfrm>
          <a:prstGeom prst="rect">
            <a:avLst/>
          </a:prstGeom>
        </p:spPr>
        <p:txBody>
          <a:bodyPr anchorCtr="0" anchor="b" bIns="91425" lIns="91425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13" name="Google Shape;113;p14"/>
          <p:cNvSpPr txBox="1"/>
          <p:nvPr>
            <p:ph idx="2" type="subTitle"/>
          </p:nvPr>
        </p:nvSpPr>
        <p:spPr>
          <a:xfrm>
            <a:off x="4539825" y="3792808"/>
            <a:ext cx="4325700" cy="452700"/>
          </a:xfrm>
          <a:prstGeom prst="rect">
            <a:avLst/>
          </a:prstGeom>
        </p:spPr>
        <p:txBody>
          <a:bodyPr anchorCtr="0" anchor="b" bIns="91425" lIns="91425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14" name="Google Shape;114;p14"/>
          <p:cNvSpPr txBox="1"/>
          <p:nvPr>
            <p:ph idx="3" type="subTitle"/>
          </p:nvPr>
        </p:nvSpPr>
        <p:spPr>
          <a:xfrm>
            <a:off x="4539825" y="4407325"/>
            <a:ext cx="4325700" cy="452700"/>
          </a:xfrm>
          <a:prstGeom prst="rect">
            <a:avLst/>
          </a:prstGeom>
        </p:spPr>
        <p:txBody>
          <a:bodyPr anchorCtr="0" anchor="b" bIns="91425" lIns="91425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  <a:defRPr sz="24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15" name="Google Shape;115;p14"/>
          <p:cNvSpPr txBox="1"/>
          <p:nvPr>
            <p:ph type="title"/>
          </p:nvPr>
        </p:nvSpPr>
        <p:spPr>
          <a:xfrm>
            <a:off x="277425" y="2056225"/>
            <a:ext cx="3541500" cy="2803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5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16" name="Google Shape;116;p14"/>
          <p:cNvSpPr txBox="1"/>
          <p:nvPr>
            <p:ph idx="4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17" name="Google Shape;117;p14"/>
          <p:cNvSpPr txBox="1"/>
          <p:nvPr>
            <p:ph idx="5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18" name="Google Shape;118;p14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1">
  <p:cSld name="CUSTOM_11">
    <p:bg>
      <p:bgPr>
        <a:solidFill>
          <a:schemeClr val="accent5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5"/>
          <p:cNvSpPr/>
          <p:nvPr>
            <p:ph idx="2" type="pic"/>
          </p:nvPr>
        </p:nvSpPr>
        <p:spPr>
          <a:xfrm>
            <a:off x="7480825" y="734600"/>
            <a:ext cx="1383900" cy="1660200"/>
          </a:xfrm>
          <a:prstGeom prst="roundRect">
            <a:avLst>
              <a:gd fmla="val 11646" name="adj"/>
            </a:avLst>
          </a:prstGeom>
          <a:noFill/>
          <a:ln>
            <a:noFill/>
          </a:ln>
        </p:spPr>
      </p:sp>
      <p:sp>
        <p:nvSpPr>
          <p:cNvPr id="121" name="Google Shape;121;p15"/>
          <p:cNvSpPr/>
          <p:nvPr>
            <p:ph idx="3" type="pic"/>
          </p:nvPr>
        </p:nvSpPr>
        <p:spPr>
          <a:xfrm>
            <a:off x="7480825" y="2521175"/>
            <a:ext cx="1383900" cy="1879200"/>
          </a:xfrm>
          <a:prstGeom prst="roundRect">
            <a:avLst>
              <a:gd fmla="val 11646" name="adj"/>
            </a:avLst>
          </a:prstGeom>
          <a:noFill/>
          <a:ln>
            <a:noFill/>
          </a:ln>
        </p:spPr>
      </p:sp>
      <p:sp>
        <p:nvSpPr>
          <p:cNvPr id="122" name="Google Shape;122;p15"/>
          <p:cNvSpPr/>
          <p:nvPr>
            <p:ph idx="4" type="pic"/>
          </p:nvPr>
        </p:nvSpPr>
        <p:spPr>
          <a:xfrm>
            <a:off x="4665550" y="850900"/>
            <a:ext cx="2589300" cy="3433200"/>
          </a:xfrm>
          <a:prstGeom prst="roundRect">
            <a:avLst>
              <a:gd fmla="val 6330" name="adj"/>
            </a:avLst>
          </a:prstGeom>
          <a:noFill/>
          <a:ln>
            <a:noFill/>
          </a:ln>
        </p:spPr>
      </p:sp>
      <p:sp>
        <p:nvSpPr>
          <p:cNvPr id="123" name="Google Shape;123;p15"/>
          <p:cNvSpPr txBox="1"/>
          <p:nvPr>
            <p:ph type="title"/>
          </p:nvPr>
        </p:nvSpPr>
        <p:spPr>
          <a:xfrm>
            <a:off x="277500" y="2344250"/>
            <a:ext cx="2820600" cy="1023600"/>
          </a:xfrm>
          <a:prstGeom prst="rect">
            <a:avLst/>
          </a:prstGeom>
        </p:spPr>
        <p:txBody>
          <a:bodyPr anchorCtr="0" anchor="b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24" name="Google Shape;124;p15"/>
          <p:cNvSpPr txBox="1"/>
          <p:nvPr>
            <p:ph idx="5" type="title"/>
          </p:nvPr>
        </p:nvSpPr>
        <p:spPr>
          <a:xfrm>
            <a:off x="277500" y="3422542"/>
            <a:ext cx="2820600" cy="10236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25" name="Google Shape;125;p15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26" name="Google Shape;126;p15"/>
          <p:cNvSpPr txBox="1"/>
          <p:nvPr>
            <p:ph idx="6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27" name="Google Shape;127;p15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2">
  <p:cSld name="CUSTOM_11_1">
    <p:bg>
      <p:bgPr>
        <a:solidFill>
          <a:schemeClr val="accent5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6"/>
          <p:cNvSpPr/>
          <p:nvPr/>
        </p:nvSpPr>
        <p:spPr>
          <a:xfrm>
            <a:off x="6107109" y="582300"/>
            <a:ext cx="2759400" cy="3586200"/>
          </a:xfrm>
          <a:prstGeom prst="roundRect">
            <a:avLst>
              <a:gd fmla="val 867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30" name="Google Shape;130;p16"/>
          <p:cNvSpPr/>
          <p:nvPr>
            <p:ph idx="2" type="pic"/>
          </p:nvPr>
        </p:nvSpPr>
        <p:spPr>
          <a:xfrm>
            <a:off x="6220309" y="696000"/>
            <a:ext cx="2532900" cy="3358800"/>
          </a:xfrm>
          <a:prstGeom prst="roundRect">
            <a:avLst>
              <a:gd fmla="val 7223" name="adj"/>
            </a:avLst>
          </a:prstGeom>
          <a:noFill/>
          <a:ln>
            <a:noFill/>
          </a:ln>
        </p:spPr>
      </p:sp>
      <p:sp>
        <p:nvSpPr>
          <p:cNvPr id="131" name="Google Shape;131;p16"/>
          <p:cNvSpPr txBox="1"/>
          <p:nvPr>
            <p:ph type="title"/>
          </p:nvPr>
        </p:nvSpPr>
        <p:spPr>
          <a:xfrm>
            <a:off x="277500" y="2344250"/>
            <a:ext cx="2820600" cy="1023600"/>
          </a:xfrm>
          <a:prstGeom prst="rect">
            <a:avLst/>
          </a:prstGeom>
        </p:spPr>
        <p:txBody>
          <a:bodyPr anchorCtr="0" anchor="b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32" name="Google Shape;132;p16"/>
          <p:cNvSpPr txBox="1"/>
          <p:nvPr>
            <p:ph idx="3" type="title"/>
          </p:nvPr>
        </p:nvSpPr>
        <p:spPr>
          <a:xfrm>
            <a:off x="277500" y="3422542"/>
            <a:ext cx="2820600" cy="10236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33" name="Google Shape;133;p16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34" name="Google Shape;134;p16"/>
          <p:cNvSpPr txBox="1"/>
          <p:nvPr>
            <p:ph idx="4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35" name="Google Shape;135;p16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eature">
  <p:cSld name="CUSTOM_11_1_1">
    <p:bg>
      <p:bgPr>
        <a:solidFill>
          <a:schemeClr val="accent5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7"/>
          <p:cNvSpPr txBox="1"/>
          <p:nvPr>
            <p:ph type="title"/>
          </p:nvPr>
        </p:nvSpPr>
        <p:spPr>
          <a:xfrm>
            <a:off x="277500" y="2344250"/>
            <a:ext cx="2820600" cy="1023600"/>
          </a:xfrm>
          <a:prstGeom prst="rect">
            <a:avLst/>
          </a:prstGeom>
        </p:spPr>
        <p:txBody>
          <a:bodyPr anchorCtr="0" anchor="b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38" name="Google Shape;138;p17"/>
          <p:cNvSpPr txBox="1"/>
          <p:nvPr>
            <p:ph idx="2" type="title"/>
          </p:nvPr>
        </p:nvSpPr>
        <p:spPr>
          <a:xfrm>
            <a:off x="277500" y="3422542"/>
            <a:ext cx="2820600" cy="10236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39" name="Google Shape;139;p17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40" name="Google Shape;140;p17"/>
          <p:cNvSpPr txBox="1"/>
          <p:nvPr>
            <p:ph idx="3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41" name="Google Shape;141;p17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 - Alt 1">
  <p:cSld name="CUSTOM_12">
    <p:bg>
      <p:bgPr>
        <a:solidFill>
          <a:schemeClr val="accent5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8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144" name="Google Shape;144;p18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45" name="Google Shape;145;p18"/>
          <p:cNvSpPr txBox="1"/>
          <p:nvPr>
            <p:ph idx="2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46" name="Google Shape;146;p18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7" name="Google Shape;147;p18"/>
          <p:cNvSpPr txBox="1"/>
          <p:nvPr>
            <p:ph idx="3" type="body"/>
          </p:nvPr>
        </p:nvSpPr>
        <p:spPr>
          <a:xfrm>
            <a:off x="4956525" y="3571875"/>
            <a:ext cx="3585000" cy="1098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148" name="Google Shape;148;p18"/>
          <p:cNvSpPr txBox="1"/>
          <p:nvPr>
            <p:ph idx="4" type="body"/>
          </p:nvPr>
        </p:nvSpPr>
        <p:spPr>
          <a:xfrm>
            <a:off x="389475" y="3571875"/>
            <a:ext cx="3585000" cy="1098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149" name="Google Shape;149;p18"/>
          <p:cNvSpPr txBox="1"/>
          <p:nvPr>
            <p:ph idx="5" type="subTitle"/>
          </p:nvPr>
        </p:nvSpPr>
        <p:spPr>
          <a:xfrm>
            <a:off x="479925" y="2730150"/>
            <a:ext cx="3220500" cy="50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50" name="Google Shape;150;p18"/>
          <p:cNvSpPr txBox="1"/>
          <p:nvPr>
            <p:ph idx="6" type="subTitle"/>
          </p:nvPr>
        </p:nvSpPr>
        <p:spPr>
          <a:xfrm>
            <a:off x="4868275" y="2730150"/>
            <a:ext cx="3220500" cy="50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1">
  <p:cSld name="CUSTOM_13">
    <p:bg>
      <p:bgPr>
        <a:solidFill>
          <a:schemeClr val="accent5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9"/>
          <p:cNvSpPr/>
          <p:nvPr>
            <p:ph idx="2" type="pic"/>
          </p:nvPr>
        </p:nvSpPr>
        <p:spPr>
          <a:xfrm>
            <a:off x="502800" y="2080575"/>
            <a:ext cx="603600" cy="603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53" name="Google Shape;153;p19"/>
          <p:cNvSpPr/>
          <p:nvPr>
            <p:ph idx="3" type="pic"/>
          </p:nvPr>
        </p:nvSpPr>
        <p:spPr>
          <a:xfrm>
            <a:off x="6334750" y="2080575"/>
            <a:ext cx="603600" cy="603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54" name="Google Shape;154;p19"/>
          <p:cNvSpPr/>
          <p:nvPr>
            <p:ph idx="4" type="pic"/>
          </p:nvPr>
        </p:nvSpPr>
        <p:spPr>
          <a:xfrm>
            <a:off x="3418775" y="2080550"/>
            <a:ext cx="603600" cy="603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55" name="Google Shape;155;p19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156" name="Google Shape;156;p19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57" name="Google Shape;157;p19"/>
          <p:cNvSpPr txBox="1"/>
          <p:nvPr>
            <p:ph idx="5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58" name="Google Shape;158;p19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9" name="Google Shape;159;p19"/>
          <p:cNvSpPr txBox="1"/>
          <p:nvPr>
            <p:ph idx="6" type="body"/>
          </p:nvPr>
        </p:nvSpPr>
        <p:spPr>
          <a:xfrm>
            <a:off x="480250" y="3608000"/>
            <a:ext cx="2386500" cy="1098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160" name="Google Shape;160;p19"/>
          <p:cNvSpPr txBox="1"/>
          <p:nvPr>
            <p:ph idx="7" type="body"/>
          </p:nvPr>
        </p:nvSpPr>
        <p:spPr>
          <a:xfrm>
            <a:off x="3422476" y="3608000"/>
            <a:ext cx="2386500" cy="1098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161" name="Google Shape;161;p19"/>
          <p:cNvSpPr txBox="1"/>
          <p:nvPr>
            <p:ph idx="8" type="body"/>
          </p:nvPr>
        </p:nvSpPr>
        <p:spPr>
          <a:xfrm>
            <a:off x="6326625" y="3608000"/>
            <a:ext cx="2317200" cy="10980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162" name="Google Shape;162;p19"/>
          <p:cNvSpPr txBox="1"/>
          <p:nvPr>
            <p:ph idx="9" type="subTitle"/>
          </p:nvPr>
        </p:nvSpPr>
        <p:spPr>
          <a:xfrm>
            <a:off x="480251" y="2861025"/>
            <a:ext cx="2386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63" name="Google Shape;163;p19"/>
          <p:cNvSpPr txBox="1"/>
          <p:nvPr>
            <p:ph idx="13" type="subTitle"/>
          </p:nvPr>
        </p:nvSpPr>
        <p:spPr>
          <a:xfrm>
            <a:off x="3422476" y="2861025"/>
            <a:ext cx="2386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64" name="Google Shape;164;p19"/>
          <p:cNvSpPr txBox="1"/>
          <p:nvPr>
            <p:ph idx="14" type="subTitle"/>
          </p:nvPr>
        </p:nvSpPr>
        <p:spPr>
          <a:xfrm>
            <a:off x="6328801" y="2861025"/>
            <a:ext cx="2386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Arimo"/>
              <a:buNone/>
              <a:defRPr sz="2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2">
  <p:cSld name="CUSTOM_13_1">
    <p:bg>
      <p:bgPr>
        <a:solidFill>
          <a:schemeClr val="accent5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0"/>
          <p:cNvSpPr/>
          <p:nvPr>
            <p:ph idx="2" type="pic"/>
          </p:nvPr>
        </p:nvSpPr>
        <p:spPr>
          <a:xfrm>
            <a:off x="4644850" y="1299225"/>
            <a:ext cx="1037700" cy="1056300"/>
          </a:xfrm>
          <a:prstGeom prst="roundRect">
            <a:avLst>
              <a:gd fmla="val 12807" name="adj"/>
            </a:avLst>
          </a:prstGeom>
          <a:noFill/>
          <a:ln>
            <a:noFill/>
          </a:ln>
        </p:spPr>
      </p:sp>
      <p:sp>
        <p:nvSpPr>
          <p:cNvPr id="167" name="Google Shape;167;p20"/>
          <p:cNvSpPr/>
          <p:nvPr>
            <p:ph idx="3" type="pic"/>
          </p:nvPr>
        </p:nvSpPr>
        <p:spPr>
          <a:xfrm>
            <a:off x="4644850" y="3642825"/>
            <a:ext cx="1037700" cy="1056300"/>
          </a:xfrm>
          <a:prstGeom prst="roundRect">
            <a:avLst>
              <a:gd fmla="val 12807" name="adj"/>
            </a:avLst>
          </a:prstGeom>
          <a:noFill/>
          <a:ln>
            <a:noFill/>
          </a:ln>
        </p:spPr>
      </p:sp>
      <p:sp>
        <p:nvSpPr>
          <p:cNvPr id="168" name="Google Shape;168;p20"/>
          <p:cNvSpPr/>
          <p:nvPr>
            <p:ph idx="4" type="pic"/>
          </p:nvPr>
        </p:nvSpPr>
        <p:spPr>
          <a:xfrm>
            <a:off x="7828875" y="2471025"/>
            <a:ext cx="1037700" cy="1056300"/>
          </a:xfrm>
          <a:prstGeom prst="roundRect">
            <a:avLst>
              <a:gd fmla="val 12807" name="adj"/>
            </a:avLst>
          </a:prstGeom>
          <a:noFill/>
          <a:ln>
            <a:noFill/>
          </a:ln>
        </p:spPr>
      </p:sp>
      <p:sp>
        <p:nvSpPr>
          <p:cNvPr id="169" name="Google Shape;169;p20"/>
          <p:cNvSpPr/>
          <p:nvPr>
            <p:ph idx="5" type="pic"/>
          </p:nvPr>
        </p:nvSpPr>
        <p:spPr>
          <a:xfrm>
            <a:off x="373175" y="1147525"/>
            <a:ext cx="3579900" cy="3607500"/>
          </a:xfrm>
          <a:prstGeom prst="roundRect">
            <a:avLst>
              <a:gd fmla="val 11548" name="adj"/>
            </a:avLst>
          </a:prstGeom>
          <a:noFill/>
          <a:ln>
            <a:noFill/>
          </a:ln>
        </p:spPr>
      </p:sp>
      <p:sp>
        <p:nvSpPr>
          <p:cNvPr id="170" name="Google Shape;170;p20"/>
          <p:cNvSpPr txBox="1"/>
          <p:nvPr>
            <p:ph type="title"/>
          </p:nvPr>
        </p:nvSpPr>
        <p:spPr>
          <a:xfrm>
            <a:off x="277500" y="416250"/>
            <a:ext cx="8589000" cy="6267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171" name="Google Shape;171;p20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72" name="Google Shape;172;p20"/>
          <p:cNvSpPr txBox="1"/>
          <p:nvPr>
            <p:ph idx="6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73" name="Google Shape;173;p20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4" name="Google Shape;174;p20"/>
          <p:cNvSpPr txBox="1"/>
          <p:nvPr>
            <p:ph idx="7" type="title"/>
          </p:nvPr>
        </p:nvSpPr>
        <p:spPr>
          <a:xfrm>
            <a:off x="6033800" y="1539375"/>
            <a:ext cx="2477400" cy="234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75" name="Google Shape;175;p20"/>
          <p:cNvSpPr txBox="1"/>
          <p:nvPr>
            <p:ph idx="8" type="title"/>
          </p:nvPr>
        </p:nvSpPr>
        <p:spPr>
          <a:xfrm>
            <a:off x="6033800" y="1808625"/>
            <a:ext cx="2832600" cy="525600"/>
          </a:xfrm>
          <a:prstGeom prst="rect">
            <a:avLst/>
          </a:prstGeom>
        </p:spPr>
        <p:txBody>
          <a:bodyPr anchorCtr="0" anchor="t" bIns="182875" lIns="0" spcFirstLastPara="1" rIns="18287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76" name="Google Shape;176;p20"/>
          <p:cNvSpPr txBox="1"/>
          <p:nvPr>
            <p:ph idx="9" type="title"/>
          </p:nvPr>
        </p:nvSpPr>
        <p:spPr>
          <a:xfrm>
            <a:off x="4869750" y="2711175"/>
            <a:ext cx="2477400" cy="234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77" name="Google Shape;177;p20"/>
          <p:cNvSpPr txBox="1"/>
          <p:nvPr>
            <p:ph idx="13" type="title"/>
          </p:nvPr>
        </p:nvSpPr>
        <p:spPr>
          <a:xfrm>
            <a:off x="4869750" y="2980425"/>
            <a:ext cx="2832600" cy="525600"/>
          </a:xfrm>
          <a:prstGeom prst="rect">
            <a:avLst/>
          </a:prstGeom>
        </p:spPr>
        <p:txBody>
          <a:bodyPr anchorCtr="0" anchor="t" bIns="182875" lIns="0" spcFirstLastPara="1" rIns="18287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78" name="Google Shape;178;p20"/>
          <p:cNvSpPr txBox="1"/>
          <p:nvPr>
            <p:ph idx="14" type="title"/>
          </p:nvPr>
        </p:nvSpPr>
        <p:spPr>
          <a:xfrm>
            <a:off x="6033800" y="3882975"/>
            <a:ext cx="2477400" cy="234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79" name="Google Shape;179;p20"/>
          <p:cNvSpPr txBox="1"/>
          <p:nvPr>
            <p:ph idx="15" type="title"/>
          </p:nvPr>
        </p:nvSpPr>
        <p:spPr>
          <a:xfrm>
            <a:off x="6033800" y="4152225"/>
            <a:ext cx="2832600" cy="525600"/>
          </a:xfrm>
          <a:prstGeom prst="rect">
            <a:avLst/>
          </a:prstGeom>
        </p:spPr>
        <p:txBody>
          <a:bodyPr anchorCtr="0" anchor="t" bIns="182875" lIns="0" spcFirstLastPara="1" rIns="18287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1">
  <p:cSld name="CUSTOM_14">
    <p:bg>
      <p:bgPr>
        <a:solidFill>
          <a:schemeClr val="accent5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1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182" name="Google Shape;182;p21"/>
          <p:cNvSpPr txBox="1"/>
          <p:nvPr>
            <p:ph idx="1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83" name="Google Shape;183;p21"/>
          <p:cNvSpPr txBox="1"/>
          <p:nvPr>
            <p:ph idx="2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84" name="Google Shape;184;p21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5" name="Google Shape;185;p21"/>
          <p:cNvSpPr txBox="1"/>
          <p:nvPr>
            <p:ph idx="3" type="body"/>
          </p:nvPr>
        </p:nvSpPr>
        <p:spPr>
          <a:xfrm>
            <a:off x="2266900" y="3184400"/>
            <a:ext cx="1304700" cy="1297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186" name="Google Shape;186;p21"/>
          <p:cNvSpPr txBox="1"/>
          <p:nvPr>
            <p:ph idx="4" type="body"/>
          </p:nvPr>
        </p:nvSpPr>
        <p:spPr>
          <a:xfrm>
            <a:off x="4006850" y="3184400"/>
            <a:ext cx="1304700" cy="1297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187" name="Google Shape;187;p21"/>
          <p:cNvSpPr txBox="1"/>
          <p:nvPr>
            <p:ph idx="5" type="body"/>
          </p:nvPr>
        </p:nvSpPr>
        <p:spPr>
          <a:xfrm>
            <a:off x="5748200" y="3184400"/>
            <a:ext cx="1304700" cy="1297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188" name="Google Shape;188;p21"/>
          <p:cNvSpPr txBox="1"/>
          <p:nvPr>
            <p:ph idx="6" type="body"/>
          </p:nvPr>
        </p:nvSpPr>
        <p:spPr>
          <a:xfrm>
            <a:off x="7450750" y="3184400"/>
            <a:ext cx="1304700" cy="12978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189" name="Google Shape;189;p21"/>
          <p:cNvSpPr txBox="1"/>
          <p:nvPr>
            <p:ph idx="7" type="subTitle"/>
          </p:nvPr>
        </p:nvSpPr>
        <p:spPr>
          <a:xfrm>
            <a:off x="2267000" y="2419500"/>
            <a:ext cx="1304700" cy="555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90" name="Google Shape;190;p21"/>
          <p:cNvSpPr txBox="1"/>
          <p:nvPr>
            <p:ph idx="8" type="subTitle"/>
          </p:nvPr>
        </p:nvSpPr>
        <p:spPr>
          <a:xfrm>
            <a:off x="4006850" y="2419500"/>
            <a:ext cx="1304700" cy="555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91" name="Google Shape;191;p21"/>
          <p:cNvSpPr txBox="1"/>
          <p:nvPr>
            <p:ph idx="9" type="subTitle"/>
          </p:nvPr>
        </p:nvSpPr>
        <p:spPr>
          <a:xfrm>
            <a:off x="5747500" y="2419500"/>
            <a:ext cx="1304700" cy="555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92" name="Google Shape;192;p21"/>
          <p:cNvSpPr txBox="1"/>
          <p:nvPr>
            <p:ph idx="13" type="subTitle"/>
          </p:nvPr>
        </p:nvSpPr>
        <p:spPr>
          <a:xfrm>
            <a:off x="7488850" y="2419500"/>
            <a:ext cx="1304700" cy="555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 and image">
  <p:cSld name="CUSTOM_15">
    <p:bg>
      <p:bgPr>
        <a:solidFill>
          <a:schemeClr val="accent5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2"/>
          <p:cNvSpPr txBox="1"/>
          <p:nvPr>
            <p:ph type="title"/>
          </p:nvPr>
        </p:nvSpPr>
        <p:spPr>
          <a:xfrm>
            <a:off x="5321925" y="506100"/>
            <a:ext cx="3544500" cy="5793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195" name="Google Shape;195;p22"/>
          <p:cNvSpPr/>
          <p:nvPr>
            <p:ph idx="2" type="pic"/>
          </p:nvPr>
        </p:nvSpPr>
        <p:spPr>
          <a:xfrm>
            <a:off x="392100" y="411300"/>
            <a:ext cx="4297500" cy="4333200"/>
          </a:xfrm>
          <a:prstGeom prst="roundRect">
            <a:avLst>
              <a:gd fmla="val 12298" name="adj"/>
            </a:avLst>
          </a:prstGeom>
          <a:noFill/>
          <a:ln>
            <a:noFill/>
          </a:ln>
        </p:spPr>
      </p:sp>
      <p:sp>
        <p:nvSpPr>
          <p:cNvPr id="196" name="Google Shape;196;p22"/>
          <p:cNvSpPr txBox="1"/>
          <p:nvPr>
            <p:ph idx="1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97" name="Google Shape;197;p22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storyboards ">
  <p:cSld name="CUSTOM_17_1">
    <p:bg>
      <p:bgPr>
        <a:solidFill>
          <a:schemeClr val="accent5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3"/>
          <p:cNvSpPr txBox="1"/>
          <p:nvPr>
            <p:ph idx="1" type="subTitle"/>
          </p:nvPr>
        </p:nvSpPr>
        <p:spPr>
          <a:xfrm>
            <a:off x="277500" y="4025940"/>
            <a:ext cx="1759200" cy="290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1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00" name="Google Shape;200;p23"/>
          <p:cNvSpPr/>
          <p:nvPr>
            <p:ph idx="2" type="pic"/>
          </p:nvPr>
        </p:nvSpPr>
        <p:spPr>
          <a:xfrm>
            <a:off x="289100" y="1685250"/>
            <a:ext cx="1751100" cy="1773000"/>
          </a:xfrm>
          <a:prstGeom prst="roundRect">
            <a:avLst>
              <a:gd fmla="val 11894" name="adj"/>
            </a:avLst>
          </a:prstGeom>
          <a:noFill/>
          <a:ln>
            <a:noFill/>
          </a:ln>
        </p:spPr>
      </p:sp>
      <p:sp>
        <p:nvSpPr>
          <p:cNvPr id="201" name="Google Shape;201;p23"/>
          <p:cNvSpPr/>
          <p:nvPr>
            <p:ph idx="3" type="pic"/>
          </p:nvPr>
        </p:nvSpPr>
        <p:spPr>
          <a:xfrm>
            <a:off x="2152200" y="1685250"/>
            <a:ext cx="1751100" cy="1773000"/>
          </a:xfrm>
          <a:prstGeom prst="roundRect">
            <a:avLst>
              <a:gd fmla="val 11894" name="adj"/>
            </a:avLst>
          </a:prstGeom>
          <a:noFill/>
          <a:ln>
            <a:noFill/>
          </a:ln>
        </p:spPr>
      </p:sp>
      <p:sp>
        <p:nvSpPr>
          <p:cNvPr id="202" name="Google Shape;202;p23"/>
          <p:cNvSpPr/>
          <p:nvPr>
            <p:ph idx="4" type="pic"/>
          </p:nvPr>
        </p:nvSpPr>
        <p:spPr>
          <a:xfrm>
            <a:off x="4015300" y="1685250"/>
            <a:ext cx="1751100" cy="1773000"/>
          </a:xfrm>
          <a:prstGeom prst="roundRect">
            <a:avLst>
              <a:gd fmla="val 11894" name="adj"/>
            </a:avLst>
          </a:prstGeom>
          <a:noFill/>
          <a:ln>
            <a:noFill/>
          </a:ln>
        </p:spPr>
      </p:sp>
      <p:sp>
        <p:nvSpPr>
          <p:cNvPr id="203" name="Google Shape;203;p23"/>
          <p:cNvSpPr/>
          <p:nvPr>
            <p:ph idx="5" type="pic"/>
          </p:nvPr>
        </p:nvSpPr>
        <p:spPr>
          <a:xfrm>
            <a:off x="5866250" y="1685250"/>
            <a:ext cx="1751100" cy="1773000"/>
          </a:xfrm>
          <a:prstGeom prst="roundRect">
            <a:avLst>
              <a:gd fmla="val 11894" name="adj"/>
            </a:avLst>
          </a:prstGeom>
          <a:noFill/>
          <a:ln>
            <a:noFill/>
          </a:ln>
        </p:spPr>
      </p:sp>
      <p:sp>
        <p:nvSpPr>
          <p:cNvPr id="204" name="Google Shape;204;p23"/>
          <p:cNvSpPr txBox="1"/>
          <p:nvPr>
            <p:ph idx="6" type="body"/>
          </p:nvPr>
        </p:nvSpPr>
        <p:spPr>
          <a:xfrm>
            <a:off x="277500" y="4361380"/>
            <a:ext cx="1759200" cy="4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800"/>
            </a:lvl1pPr>
            <a:lvl2pPr indent="-28575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05" name="Google Shape;205;p23"/>
          <p:cNvSpPr txBox="1"/>
          <p:nvPr>
            <p:ph idx="7" type="subTitle"/>
          </p:nvPr>
        </p:nvSpPr>
        <p:spPr>
          <a:xfrm>
            <a:off x="2148150" y="4025940"/>
            <a:ext cx="1759200" cy="290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1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06" name="Google Shape;206;p23"/>
          <p:cNvSpPr txBox="1"/>
          <p:nvPr>
            <p:ph idx="8" type="body"/>
          </p:nvPr>
        </p:nvSpPr>
        <p:spPr>
          <a:xfrm>
            <a:off x="2148150" y="4361380"/>
            <a:ext cx="1759200" cy="4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800"/>
            </a:lvl1pPr>
            <a:lvl2pPr indent="-28575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2pPr>
            <a:lvl3pPr indent="-28575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3pPr>
            <a:lvl4pPr indent="-28575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4pPr>
            <a:lvl5pPr indent="-28575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5pPr>
            <a:lvl6pPr indent="-28575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6pPr>
            <a:lvl7pPr indent="-28575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7pPr>
            <a:lvl8pPr indent="-28575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8pPr>
            <a:lvl9pPr indent="-28575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900"/>
              <a:buChar char="■"/>
              <a:defRPr sz="900"/>
            </a:lvl9pPr>
          </a:lstStyle>
          <a:p/>
        </p:txBody>
      </p:sp>
      <p:sp>
        <p:nvSpPr>
          <p:cNvPr id="207" name="Google Shape;207;p23"/>
          <p:cNvSpPr txBox="1"/>
          <p:nvPr>
            <p:ph idx="9" type="subTitle"/>
          </p:nvPr>
        </p:nvSpPr>
        <p:spPr>
          <a:xfrm>
            <a:off x="4018800" y="4025940"/>
            <a:ext cx="1759200" cy="290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1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08" name="Google Shape;208;p23"/>
          <p:cNvSpPr txBox="1"/>
          <p:nvPr>
            <p:ph idx="13" type="body"/>
          </p:nvPr>
        </p:nvSpPr>
        <p:spPr>
          <a:xfrm>
            <a:off x="4018800" y="4361380"/>
            <a:ext cx="1759200" cy="4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800"/>
            </a:lvl1pPr>
            <a:lvl2pPr indent="-28575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2pPr>
            <a:lvl3pPr indent="-28575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3pPr>
            <a:lvl4pPr indent="-28575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4pPr>
            <a:lvl5pPr indent="-28575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5pPr>
            <a:lvl6pPr indent="-28575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6pPr>
            <a:lvl7pPr indent="-28575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7pPr>
            <a:lvl8pPr indent="-28575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8pPr>
            <a:lvl9pPr indent="-28575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900"/>
              <a:buChar char="■"/>
              <a:defRPr sz="900"/>
            </a:lvl9pPr>
          </a:lstStyle>
          <a:p/>
        </p:txBody>
      </p:sp>
      <p:sp>
        <p:nvSpPr>
          <p:cNvPr id="209" name="Google Shape;209;p23"/>
          <p:cNvSpPr txBox="1"/>
          <p:nvPr>
            <p:ph idx="14" type="subTitle"/>
          </p:nvPr>
        </p:nvSpPr>
        <p:spPr>
          <a:xfrm>
            <a:off x="5853650" y="4025940"/>
            <a:ext cx="1759200" cy="290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1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10" name="Google Shape;210;p23"/>
          <p:cNvSpPr txBox="1"/>
          <p:nvPr>
            <p:ph idx="15" type="body"/>
          </p:nvPr>
        </p:nvSpPr>
        <p:spPr>
          <a:xfrm>
            <a:off x="5853650" y="4361380"/>
            <a:ext cx="1759200" cy="4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800"/>
            </a:lvl1pPr>
            <a:lvl2pPr indent="-28575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2pPr>
            <a:lvl3pPr indent="-28575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3pPr>
            <a:lvl4pPr indent="-28575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4pPr>
            <a:lvl5pPr indent="-28575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5pPr>
            <a:lvl6pPr indent="-28575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■"/>
              <a:defRPr sz="900"/>
            </a:lvl6pPr>
            <a:lvl7pPr indent="-28575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  <a:defRPr sz="900"/>
            </a:lvl7pPr>
            <a:lvl8pPr indent="-28575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○"/>
              <a:defRPr sz="900"/>
            </a:lvl8pPr>
            <a:lvl9pPr indent="-28575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900"/>
              <a:buChar char="■"/>
              <a:defRPr sz="900"/>
            </a:lvl9pPr>
          </a:lstStyle>
          <a:p/>
        </p:txBody>
      </p:sp>
      <p:sp>
        <p:nvSpPr>
          <p:cNvPr id="211" name="Google Shape;211;p23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212" name="Google Shape;212;p23"/>
          <p:cNvSpPr txBox="1"/>
          <p:nvPr>
            <p:ph idx="16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13" name="Google Shape;213;p23"/>
          <p:cNvSpPr txBox="1"/>
          <p:nvPr>
            <p:ph idx="17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14" name="Google Shape;214;p23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 - Alt 1">
  <p:cSld name="BLANK_1_1_1_1_1_1_1_1_1_1_1_1_1_1_1_1">
    <p:bg>
      <p:bgPr>
        <a:solidFill>
          <a:schemeClr val="accent5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4"/>
          <p:cNvSpPr/>
          <p:nvPr>
            <p:ph idx="2" type="pic"/>
          </p:nvPr>
        </p:nvSpPr>
        <p:spPr>
          <a:xfrm>
            <a:off x="392100" y="411300"/>
            <a:ext cx="4915800" cy="4333200"/>
          </a:xfrm>
          <a:prstGeom prst="roundRect">
            <a:avLst>
              <a:gd fmla="val 11160" name="adj"/>
            </a:avLst>
          </a:prstGeom>
          <a:noFill/>
          <a:ln>
            <a:noFill/>
          </a:ln>
        </p:spPr>
      </p:sp>
      <p:sp>
        <p:nvSpPr>
          <p:cNvPr id="217" name="Google Shape;217;p24"/>
          <p:cNvSpPr txBox="1"/>
          <p:nvPr>
            <p:ph type="title"/>
          </p:nvPr>
        </p:nvSpPr>
        <p:spPr>
          <a:xfrm>
            <a:off x="6045100" y="2344250"/>
            <a:ext cx="2820600" cy="1023600"/>
          </a:xfrm>
          <a:prstGeom prst="rect">
            <a:avLst/>
          </a:prstGeom>
        </p:spPr>
        <p:txBody>
          <a:bodyPr anchorCtr="0" anchor="b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218" name="Google Shape;218;p24"/>
          <p:cNvSpPr txBox="1"/>
          <p:nvPr>
            <p:ph idx="3" type="title"/>
          </p:nvPr>
        </p:nvSpPr>
        <p:spPr>
          <a:xfrm>
            <a:off x="6045100" y="3422542"/>
            <a:ext cx="2820600" cy="10236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Medium"/>
                <a:ea typeface="Arimo Medium"/>
                <a:cs typeface="Arimo Medium"/>
                <a:sym typeface="Arimo Medium"/>
              </a:defRPr>
            </a:lvl9pPr>
          </a:lstStyle>
          <a:p/>
        </p:txBody>
      </p:sp>
      <p:sp>
        <p:nvSpPr>
          <p:cNvPr id="219" name="Google Shape;219;p24"/>
          <p:cNvSpPr txBox="1"/>
          <p:nvPr>
            <p:ph idx="1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20" name="Google Shape;220;p24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2653">
          <p15:clr>
            <a:srgbClr val="E46962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etitor characteristics">
  <p:cSld name="CUSTOM_19_2">
    <p:bg>
      <p:bgPr>
        <a:solidFill>
          <a:schemeClr val="accent5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5"/>
          <p:cNvSpPr/>
          <p:nvPr/>
        </p:nvSpPr>
        <p:spPr>
          <a:xfrm>
            <a:off x="6766675" y="282250"/>
            <a:ext cx="2099700" cy="3008100"/>
          </a:xfrm>
          <a:prstGeom prst="roundRect">
            <a:avLst>
              <a:gd fmla="val 11954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23" name="Google Shape;223;p25"/>
          <p:cNvSpPr/>
          <p:nvPr/>
        </p:nvSpPr>
        <p:spPr>
          <a:xfrm>
            <a:off x="277425" y="3414025"/>
            <a:ext cx="3513600" cy="1447800"/>
          </a:xfrm>
          <a:prstGeom prst="roundRect">
            <a:avLst>
              <a:gd fmla="val 1567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24" name="Google Shape;224;p25"/>
          <p:cNvSpPr/>
          <p:nvPr/>
        </p:nvSpPr>
        <p:spPr>
          <a:xfrm>
            <a:off x="5298000" y="1843500"/>
            <a:ext cx="1350600" cy="1447800"/>
          </a:xfrm>
          <a:prstGeom prst="roundRect">
            <a:avLst>
              <a:gd fmla="val 20704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t/>
            </a:r>
            <a:endParaRPr sz="1700">
              <a:solidFill>
                <a:schemeClr val="lt2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25" name="Google Shape;225;p25"/>
          <p:cNvSpPr/>
          <p:nvPr/>
        </p:nvSpPr>
        <p:spPr>
          <a:xfrm rot="-5400000">
            <a:off x="5577475" y="2049100"/>
            <a:ext cx="566700" cy="867300"/>
          </a:xfrm>
          <a:prstGeom prst="round2SameRect">
            <a:avLst>
              <a:gd fmla="val 49749" name="adj1"/>
              <a:gd fmla="val 0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26" name="Google Shape;226;p25"/>
          <p:cNvSpPr/>
          <p:nvPr/>
        </p:nvSpPr>
        <p:spPr>
          <a:xfrm>
            <a:off x="5426850" y="2194075"/>
            <a:ext cx="1092900" cy="5736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lt2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27" name="Google Shape;227;p25"/>
          <p:cNvSpPr/>
          <p:nvPr>
            <p:ph idx="2" type="pic"/>
          </p:nvPr>
        </p:nvSpPr>
        <p:spPr>
          <a:xfrm>
            <a:off x="3910200" y="3408075"/>
            <a:ext cx="3486300" cy="1447800"/>
          </a:xfrm>
          <a:prstGeom prst="roundRect">
            <a:avLst>
              <a:gd fmla="val 16397" name="adj"/>
            </a:avLst>
          </a:prstGeom>
          <a:noFill/>
          <a:ln>
            <a:noFill/>
          </a:ln>
        </p:spPr>
      </p:sp>
      <p:sp>
        <p:nvSpPr>
          <p:cNvPr id="228" name="Google Shape;228;p25"/>
          <p:cNvSpPr/>
          <p:nvPr>
            <p:ph idx="3" type="pic"/>
          </p:nvPr>
        </p:nvSpPr>
        <p:spPr>
          <a:xfrm>
            <a:off x="277500" y="277500"/>
            <a:ext cx="2765700" cy="3013800"/>
          </a:xfrm>
          <a:prstGeom prst="roundRect">
            <a:avLst>
              <a:gd fmla="val 8721" name="adj"/>
            </a:avLst>
          </a:prstGeom>
          <a:noFill/>
          <a:ln>
            <a:noFill/>
          </a:ln>
        </p:spPr>
      </p:sp>
      <p:sp>
        <p:nvSpPr>
          <p:cNvPr id="229" name="Google Shape;229;p25"/>
          <p:cNvSpPr/>
          <p:nvPr>
            <p:ph idx="4" type="pic"/>
          </p:nvPr>
        </p:nvSpPr>
        <p:spPr>
          <a:xfrm>
            <a:off x="3161225" y="277500"/>
            <a:ext cx="1350600" cy="1447800"/>
          </a:xfrm>
          <a:prstGeom prst="roundRect">
            <a:avLst>
              <a:gd fmla="val 15267" name="adj"/>
            </a:avLst>
          </a:prstGeom>
          <a:noFill/>
          <a:ln>
            <a:noFill/>
          </a:ln>
        </p:spPr>
      </p:sp>
      <p:sp>
        <p:nvSpPr>
          <p:cNvPr id="230" name="Google Shape;230;p25"/>
          <p:cNvSpPr/>
          <p:nvPr>
            <p:ph idx="5" type="pic"/>
          </p:nvPr>
        </p:nvSpPr>
        <p:spPr>
          <a:xfrm>
            <a:off x="6883575" y="399550"/>
            <a:ext cx="1866000" cy="2775000"/>
          </a:xfrm>
          <a:prstGeom prst="roundRect">
            <a:avLst>
              <a:gd fmla="val 9097" name="adj"/>
            </a:avLst>
          </a:prstGeom>
          <a:noFill/>
          <a:ln>
            <a:noFill/>
          </a:ln>
        </p:spPr>
      </p:sp>
      <p:sp>
        <p:nvSpPr>
          <p:cNvPr id="231" name="Google Shape;231;p25"/>
          <p:cNvSpPr/>
          <p:nvPr>
            <p:ph idx="6" type="pic"/>
          </p:nvPr>
        </p:nvSpPr>
        <p:spPr>
          <a:xfrm>
            <a:off x="7516025" y="3407700"/>
            <a:ext cx="1350600" cy="1447800"/>
          </a:xfrm>
          <a:prstGeom prst="roundRect">
            <a:avLst>
              <a:gd fmla="val 16397" name="adj"/>
            </a:avLst>
          </a:prstGeom>
          <a:noFill/>
          <a:ln>
            <a:noFill/>
          </a:ln>
        </p:spPr>
      </p:sp>
      <p:sp>
        <p:nvSpPr>
          <p:cNvPr id="232" name="Google Shape;232;p25"/>
          <p:cNvSpPr/>
          <p:nvPr>
            <p:ph idx="7" type="pic"/>
          </p:nvPr>
        </p:nvSpPr>
        <p:spPr>
          <a:xfrm>
            <a:off x="394425" y="3528475"/>
            <a:ext cx="3279600" cy="1218900"/>
          </a:xfrm>
          <a:prstGeom prst="roundRect">
            <a:avLst>
              <a:gd fmla="val 11412" name="adj"/>
            </a:avLst>
          </a:prstGeom>
          <a:noFill/>
          <a:ln>
            <a:noFill/>
          </a:ln>
        </p:spPr>
      </p:sp>
      <p:sp>
        <p:nvSpPr>
          <p:cNvPr id="233" name="Google Shape;233;p25"/>
          <p:cNvSpPr/>
          <p:nvPr/>
        </p:nvSpPr>
        <p:spPr>
          <a:xfrm>
            <a:off x="3161225" y="1842600"/>
            <a:ext cx="2018700" cy="14478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34" name="Google Shape;234;p25"/>
          <p:cNvSpPr/>
          <p:nvPr/>
        </p:nvSpPr>
        <p:spPr>
          <a:xfrm>
            <a:off x="4629850" y="279301"/>
            <a:ext cx="2018700" cy="1447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cxnSp>
        <p:nvCxnSpPr>
          <p:cNvPr id="235" name="Google Shape;235;p25"/>
          <p:cNvCxnSpPr>
            <a:stCxn id="233" idx="1"/>
            <a:endCxn id="233" idx="3"/>
          </p:cNvCxnSpPr>
          <p:nvPr/>
        </p:nvCxnSpPr>
        <p:spPr>
          <a:xfrm>
            <a:off x="3161225" y="2566500"/>
            <a:ext cx="20187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6" name="Google Shape;236;p25"/>
          <p:cNvSpPr txBox="1"/>
          <p:nvPr>
            <p:ph idx="1" type="subTitle"/>
          </p:nvPr>
        </p:nvSpPr>
        <p:spPr>
          <a:xfrm>
            <a:off x="394425" y="4055150"/>
            <a:ext cx="3279600" cy="5736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37" name="Google Shape;237;p25"/>
          <p:cNvSpPr txBox="1"/>
          <p:nvPr>
            <p:ph idx="8" type="subTitle"/>
          </p:nvPr>
        </p:nvSpPr>
        <p:spPr>
          <a:xfrm>
            <a:off x="6883575" y="605875"/>
            <a:ext cx="1866000" cy="5736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38" name="Google Shape;238;p25"/>
          <p:cNvSpPr txBox="1"/>
          <p:nvPr>
            <p:ph idx="9" type="subTitle"/>
          </p:nvPr>
        </p:nvSpPr>
        <p:spPr>
          <a:xfrm>
            <a:off x="3910200" y="3779175"/>
            <a:ext cx="3486300" cy="7056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39" name="Google Shape;239;p25"/>
          <p:cNvSpPr txBox="1"/>
          <p:nvPr>
            <p:ph idx="13" type="subTitle"/>
          </p:nvPr>
        </p:nvSpPr>
        <p:spPr>
          <a:xfrm>
            <a:off x="291075" y="2571750"/>
            <a:ext cx="2765700" cy="7056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40" name="Google Shape;240;p25"/>
          <p:cNvSpPr txBox="1"/>
          <p:nvPr>
            <p:ph idx="14" type="subTitle"/>
          </p:nvPr>
        </p:nvSpPr>
        <p:spPr>
          <a:xfrm>
            <a:off x="4629850" y="694401"/>
            <a:ext cx="2018700" cy="5667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Arimo"/>
                <a:ea typeface="Arimo"/>
                <a:cs typeface="Arimo"/>
                <a:sym typeface="Arimo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41" name="Google Shape;241;p25"/>
          <p:cNvSpPr txBox="1"/>
          <p:nvPr>
            <p:ph idx="15" type="subTitle"/>
          </p:nvPr>
        </p:nvSpPr>
        <p:spPr>
          <a:xfrm>
            <a:off x="4629900" y="1390480"/>
            <a:ext cx="2018700" cy="224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 u="sng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42" name="Google Shape;242;p25"/>
          <p:cNvSpPr txBox="1"/>
          <p:nvPr>
            <p:ph idx="16" type="subTitle"/>
          </p:nvPr>
        </p:nvSpPr>
        <p:spPr>
          <a:xfrm>
            <a:off x="3596775" y="2292000"/>
            <a:ext cx="1507500" cy="224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43" name="Google Shape;243;p25"/>
          <p:cNvSpPr txBox="1"/>
          <p:nvPr>
            <p:ph idx="17" type="subTitle"/>
          </p:nvPr>
        </p:nvSpPr>
        <p:spPr>
          <a:xfrm>
            <a:off x="3596775" y="2997350"/>
            <a:ext cx="1507500" cy="2241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44" name="Google Shape;244;p25"/>
          <p:cNvSpPr txBox="1"/>
          <p:nvPr>
            <p:ph idx="18" type="subTitle"/>
          </p:nvPr>
        </p:nvSpPr>
        <p:spPr>
          <a:xfrm>
            <a:off x="3596675" y="1934500"/>
            <a:ext cx="1507500" cy="3576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45" name="Google Shape;245;p25"/>
          <p:cNvSpPr txBox="1"/>
          <p:nvPr>
            <p:ph idx="19" type="subTitle"/>
          </p:nvPr>
        </p:nvSpPr>
        <p:spPr>
          <a:xfrm>
            <a:off x="3596775" y="2618213"/>
            <a:ext cx="1507500" cy="3576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46" name="Google Shape;246;p25"/>
          <p:cNvSpPr txBox="1"/>
          <p:nvPr>
            <p:ph idx="20" type="subTitle"/>
          </p:nvPr>
        </p:nvSpPr>
        <p:spPr>
          <a:xfrm>
            <a:off x="5297950" y="2885600"/>
            <a:ext cx="1350600" cy="2889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000" u="sng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47" name="Google Shape;247;p25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8" name="Google Shape;248;p25"/>
          <p:cNvSpPr txBox="1"/>
          <p:nvPr>
            <p:ph idx="21" type="subTitle"/>
          </p:nvPr>
        </p:nvSpPr>
        <p:spPr>
          <a:xfrm>
            <a:off x="5426775" y="2214775"/>
            <a:ext cx="1092900" cy="56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lt2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images with description">
  <p:cSld name="CUSTOM_19_1_1_1">
    <p:bg>
      <p:bgPr>
        <a:solidFill>
          <a:schemeClr val="accent5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6"/>
          <p:cNvSpPr/>
          <p:nvPr>
            <p:ph idx="2" type="pic"/>
          </p:nvPr>
        </p:nvSpPr>
        <p:spPr>
          <a:xfrm>
            <a:off x="2021325" y="1854425"/>
            <a:ext cx="1679100" cy="3013800"/>
          </a:xfrm>
          <a:prstGeom prst="roundRect">
            <a:avLst>
              <a:gd fmla="val 13643" name="adj"/>
            </a:avLst>
          </a:prstGeom>
          <a:noFill/>
          <a:ln>
            <a:noFill/>
          </a:ln>
        </p:spPr>
      </p:sp>
      <p:sp>
        <p:nvSpPr>
          <p:cNvPr id="251" name="Google Shape;251;p26"/>
          <p:cNvSpPr/>
          <p:nvPr>
            <p:ph idx="3" type="pic"/>
          </p:nvPr>
        </p:nvSpPr>
        <p:spPr>
          <a:xfrm>
            <a:off x="5444400" y="1854425"/>
            <a:ext cx="1679100" cy="3013800"/>
          </a:xfrm>
          <a:prstGeom prst="roundRect">
            <a:avLst>
              <a:gd fmla="val 13643" name="adj"/>
            </a:avLst>
          </a:prstGeom>
          <a:noFill/>
          <a:ln>
            <a:noFill/>
          </a:ln>
        </p:spPr>
      </p:sp>
      <p:sp>
        <p:nvSpPr>
          <p:cNvPr id="252" name="Google Shape;252;p26"/>
          <p:cNvSpPr txBox="1"/>
          <p:nvPr>
            <p:ph idx="1" type="subTitle"/>
          </p:nvPr>
        </p:nvSpPr>
        <p:spPr>
          <a:xfrm>
            <a:off x="3700500" y="3326350"/>
            <a:ext cx="1743900" cy="4536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53" name="Google Shape;253;p26"/>
          <p:cNvSpPr txBox="1"/>
          <p:nvPr>
            <p:ph idx="4" type="body"/>
          </p:nvPr>
        </p:nvSpPr>
        <p:spPr>
          <a:xfrm>
            <a:off x="3700500" y="3850823"/>
            <a:ext cx="1743900" cy="95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54" name="Google Shape;254;p26"/>
          <p:cNvSpPr txBox="1"/>
          <p:nvPr>
            <p:ph idx="5" type="subTitle"/>
          </p:nvPr>
        </p:nvSpPr>
        <p:spPr>
          <a:xfrm>
            <a:off x="7123575" y="3326350"/>
            <a:ext cx="1743900" cy="453600"/>
          </a:xfrm>
          <a:prstGeom prst="rect">
            <a:avLst/>
          </a:prstGeom>
        </p:spPr>
        <p:txBody>
          <a:bodyPr anchorCtr="0" anchor="b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  <a:defRPr sz="1000"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55" name="Google Shape;255;p26"/>
          <p:cNvSpPr txBox="1"/>
          <p:nvPr>
            <p:ph idx="6" type="body"/>
          </p:nvPr>
        </p:nvSpPr>
        <p:spPr>
          <a:xfrm>
            <a:off x="7123575" y="3850823"/>
            <a:ext cx="1743900" cy="95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56" name="Google Shape;256;p26"/>
          <p:cNvSpPr txBox="1"/>
          <p:nvPr>
            <p:ph type="title"/>
          </p:nvPr>
        </p:nvSpPr>
        <p:spPr>
          <a:xfrm>
            <a:off x="277500" y="416250"/>
            <a:ext cx="8589000" cy="885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Arimo SemiBold"/>
                <a:ea typeface="Arimo SemiBold"/>
                <a:cs typeface="Arimo SemiBold"/>
                <a:sym typeface="Arimo SemiBold"/>
              </a:defRPr>
            </a:lvl9pPr>
          </a:lstStyle>
          <a:p/>
        </p:txBody>
      </p:sp>
      <p:sp>
        <p:nvSpPr>
          <p:cNvPr id="257" name="Google Shape;257;p26"/>
          <p:cNvSpPr txBox="1"/>
          <p:nvPr>
            <p:ph idx="7" type="subTitle"/>
          </p:nvPr>
        </p:nvSpPr>
        <p:spPr>
          <a:xfrm>
            <a:off x="2775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58" name="Google Shape;258;p26"/>
          <p:cNvSpPr txBox="1"/>
          <p:nvPr>
            <p:ph idx="8" type="subTitle"/>
          </p:nvPr>
        </p:nvSpPr>
        <p:spPr>
          <a:xfrm>
            <a:off x="7236300" y="278858"/>
            <a:ext cx="1630200" cy="1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mo"/>
              <a:buNone/>
              <a:defRPr sz="800"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None/>
              <a:defRPr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259" name="Google Shape;259;p26"/>
          <p:cNvSpPr txBox="1"/>
          <p:nvPr>
            <p:ph idx="12" type="sldNum"/>
          </p:nvPr>
        </p:nvSpPr>
        <p:spPr>
          <a:xfrm>
            <a:off x="8208648" y="4749900"/>
            <a:ext cx="657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indent="-4445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mo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9pPr>
          </a:lstStyle>
          <a:p/>
        </p:txBody>
      </p:sp>
      <p:sp>
        <p:nvSpPr>
          <p:cNvPr id="262" name="Google Shape;262;p2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67" name="Google Shape;267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0" name="Google Shape;270;p30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71" name="Google Shape;271;p30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2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276" name="Google Shape;276;p32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9pPr>
          </a:lstStyle>
          <a:p/>
        </p:txBody>
      </p:sp>
      <p:sp>
        <p:nvSpPr>
          <p:cNvPr id="281" name="Google Shape;281;p3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82" name="Google Shape;282;p3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5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6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9pPr>
          </a:lstStyle>
          <a:p>
            <a:r>
              <a:t>xx%</a:t>
            </a:r>
          </a:p>
        </p:txBody>
      </p:sp>
      <p:sp>
        <p:nvSpPr>
          <p:cNvPr id="287" name="Google Shape;287;p36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8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1" name="Google Shape;291;p38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2" name="Google Shape;292;p38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3" name="Google Shape;293;p38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4" name="Google Shape;294;p38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5" name="Google Shape;295;p38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6" name="Google Shape;296;p38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9" name="Google Shape;299;p39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0" name="Google Shape;300;p39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40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303" name="Google Shape;303;p40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4" name="Google Shape;304;p40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5" name="Google Shape;305;p40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06" name="Google Shape;306;p40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1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9" name="Google Shape;309;p41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0" name="Google Shape;310;p41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311" name="Google Shape;311;p41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2" name="Google Shape;312;p41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3" name="Google Shape;313;p41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4" name="Google Shape;314;p41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42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7" name="Google Shape;317;p42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8" name="Google Shape;318;p42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9" name="Google Shape;319;p42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20" name="Google Shape;320;p42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321" name="Google Shape;321;p42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2" name="Google Shape;322;p42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3" name="Google Shape;323;p42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4" name="Google Shape;324;p42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27" name="Google Shape;327;p43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44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30" name="Google Shape;330;p44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31" name="Google Shape;331;p44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32" name="Google Shape;332;p44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33" name="Google Shape;333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34" name="Google Shape;334;p44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35" name="Google Shape;335;p44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45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38" name="Google Shape;338;p45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39" name="Google Shape;339;p45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40" name="Google Shape;340;p45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41" name="Google Shape;341;p45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42" name="Google Shape;342;p45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43" name="Google Shape;343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44" name="Google Shape;344;p45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45" name="Google Shape;345;p45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46" name="Google Shape;346;p45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46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47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1" name="Google Shape;351;p47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2" name="Google Shape;352;p47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3" name="Google Shape;353;p47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4" name="Google Shape;354;p47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5" name="Google Shape;355;p47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6" name="Google Shape;356;p47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57" name="Google Shape;357;p47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8" name="Google Shape;358;p47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9" name="Google Shape;359;p47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3.xml"/><Relationship Id="rId20" Type="http://schemas.openxmlformats.org/officeDocument/2006/relationships/slideLayout" Target="../slideLayouts/slideLayout23.xml"/><Relationship Id="rId42" Type="http://schemas.openxmlformats.org/officeDocument/2006/relationships/slideLayout" Target="../slideLayouts/slideLayout45.xml"/><Relationship Id="rId41" Type="http://schemas.openxmlformats.org/officeDocument/2006/relationships/slideLayout" Target="../slideLayouts/slideLayout44.xml"/><Relationship Id="rId22" Type="http://schemas.openxmlformats.org/officeDocument/2006/relationships/slideLayout" Target="../slideLayouts/slideLayout25.xml"/><Relationship Id="rId21" Type="http://schemas.openxmlformats.org/officeDocument/2006/relationships/slideLayout" Target="../slideLayouts/slideLayout24.xml"/><Relationship Id="rId43" Type="http://schemas.openxmlformats.org/officeDocument/2006/relationships/theme" Target="../theme/theme3.xml"/><Relationship Id="rId24" Type="http://schemas.openxmlformats.org/officeDocument/2006/relationships/slideLayout" Target="../slideLayouts/slideLayout27.xml"/><Relationship Id="rId23" Type="http://schemas.openxmlformats.org/officeDocument/2006/relationships/slideLayout" Target="../slideLayouts/slideLayout26.xml"/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slideLayout" Target="../slideLayouts/slideLayout6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Relationship Id="rId26" Type="http://schemas.openxmlformats.org/officeDocument/2006/relationships/slideLayout" Target="../slideLayouts/slideLayout29.xml"/><Relationship Id="rId25" Type="http://schemas.openxmlformats.org/officeDocument/2006/relationships/slideLayout" Target="../slideLayouts/slideLayout28.xml"/><Relationship Id="rId28" Type="http://schemas.openxmlformats.org/officeDocument/2006/relationships/slideLayout" Target="../slideLayouts/slideLayout31.xml"/><Relationship Id="rId27" Type="http://schemas.openxmlformats.org/officeDocument/2006/relationships/slideLayout" Target="../slideLayouts/slideLayout30.xml"/><Relationship Id="rId5" Type="http://schemas.openxmlformats.org/officeDocument/2006/relationships/slideLayout" Target="../slideLayouts/slideLayout8.xml"/><Relationship Id="rId6" Type="http://schemas.openxmlformats.org/officeDocument/2006/relationships/slideLayout" Target="../slideLayouts/slideLayout9.xml"/><Relationship Id="rId29" Type="http://schemas.openxmlformats.org/officeDocument/2006/relationships/slideLayout" Target="../slideLayouts/slideLayout32.xml"/><Relationship Id="rId7" Type="http://schemas.openxmlformats.org/officeDocument/2006/relationships/slideLayout" Target="../slideLayouts/slideLayout10.xml"/><Relationship Id="rId8" Type="http://schemas.openxmlformats.org/officeDocument/2006/relationships/slideLayout" Target="../slideLayouts/slideLayout11.xml"/><Relationship Id="rId31" Type="http://schemas.openxmlformats.org/officeDocument/2006/relationships/slideLayout" Target="../slideLayouts/slideLayout34.xml"/><Relationship Id="rId3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14.xml"/><Relationship Id="rId33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3.xml"/><Relationship Id="rId3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16.xml"/><Relationship Id="rId35" Type="http://schemas.openxmlformats.org/officeDocument/2006/relationships/slideLayout" Target="../slideLayouts/slideLayout38.xml"/><Relationship Id="rId12" Type="http://schemas.openxmlformats.org/officeDocument/2006/relationships/slideLayout" Target="../slideLayouts/slideLayout15.xml"/><Relationship Id="rId34" Type="http://schemas.openxmlformats.org/officeDocument/2006/relationships/slideLayout" Target="../slideLayouts/slideLayout37.xml"/><Relationship Id="rId15" Type="http://schemas.openxmlformats.org/officeDocument/2006/relationships/slideLayout" Target="../slideLayouts/slideLayout18.xml"/><Relationship Id="rId37" Type="http://schemas.openxmlformats.org/officeDocument/2006/relationships/slideLayout" Target="../slideLayouts/slideLayout40.xml"/><Relationship Id="rId14" Type="http://schemas.openxmlformats.org/officeDocument/2006/relationships/slideLayout" Target="../slideLayouts/slideLayout17.xml"/><Relationship Id="rId36" Type="http://schemas.openxmlformats.org/officeDocument/2006/relationships/slideLayout" Target="../slideLayouts/slideLayout39.xml"/><Relationship Id="rId17" Type="http://schemas.openxmlformats.org/officeDocument/2006/relationships/slideLayout" Target="../slideLayouts/slideLayout20.xml"/><Relationship Id="rId39" Type="http://schemas.openxmlformats.org/officeDocument/2006/relationships/slideLayout" Target="../slideLayouts/slideLayout42.xml"/><Relationship Id="rId16" Type="http://schemas.openxmlformats.org/officeDocument/2006/relationships/slideLayout" Target="../slideLayouts/slideLayout19.xml"/><Relationship Id="rId38" Type="http://schemas.openxmlformats.org/officeDocument/2006/relationships/slideLayout" Target="../slideLayouts/slideLayout41.xml"/><Relationship Id="rId19" Type="http://schemas.openxmlformats.org/officeDocument/2006/relationships/slideLayout" Target="../slideLayouts/slideLayout22.xml"/><Relationship Id="rId18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321040" y="475488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rgbClr val="3C3F4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rgbClr val="3C3F4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rgbClr val="3C3F4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rgbClr val="3C3F4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rgbClr val="3C3F4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rgbClr val="3C3F4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rgbClr val="3C3F4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rgbClr val="3C3F4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000" u="none" cap="none" strike="noStrike">
                <a:solidFill>
                  <a:srgbClr val="3C3F4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  <p:sp>
        <p:nvSpPr>
          <p:cNvPr id="19" name="Google Shape;19;p5"/>
          <p:cNvSpPr txBox="1"/>
          <p:nvPr>
            <p:ph idx="1" type="body"/>
          </p:nvPr>
        </p:nvSpPr>
        <p:spPr>
          <a:xfrm>
            <a:off x="284850" y="2001325"/>
            <a:ext cx="4088100" cy="24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●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○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■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●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○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■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●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○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■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  <p:sldLayoutId id="2147483669" r:id="rId19"/>
    <p:sldLayoutId id="2147483670" r:id="rId20"/>
    <p:sldLayoutId id="2147483671" r:id="rId21"/>
    <p:sldLayoutId id="2147483672" r:id="rId22"/>
    <p:sldLayoutId id="2147483673" r:id="rId23"/>
    <p:sldLayoutId id="2147483674" r:id="rId24"/>
    <p:sldLayoutId id="2147483675" r:id="rId25"/>
    <p:sldLayoutId id="2147483676" r:id="rId26"/>
    <p:sldLayoutId id="2147483677" r:id="rId27"/>
    <p:sldLayoutId id="2147483678" r:id="rId28"/>
    <p:sldLayoutId id="2147483679" r:id="rId29"/>
    <p:sldLayoutId id="2147483680" r:id="rId30"/>
    <p:sldLayoutId id="2147483681" r:id="rId31"/>
    <p:sldLayoutId id="2147483682" r:id="rId32"/>
    <p:sldLayoutId id="2147483683" r:id="rId33"/>
    <p:sldLayoutId id="2147483684" r:id="rId34"/>
    <p:sldLayoutId id="2147483685" r:id="rId35"/>
    <p:sldLayoutId id="2147483686" r:id="rId36"/>
    <p:sldLayoutId id="2147483687" r:id="rId37"/>
    <p:sldLayoutId id="2147483688" r:id="rId38"/>
    <p:sldLayoutId id="2147483689" r:id="rId39"/>
    <p:sldLayoutId id="2147483690" r:id="rId40"/>
    <p:sldLayoutId id="2147483691" r:id="rId41"/>
    <p:sldLayoutId id="2147483692" r:id="rId4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175">
          <p15:clr>
            <a:srgbClr val="E46962"/>
          </p15:clr>
        </p15:guide>
        <p15:guide id="2" orient="horz" pos="3061">
          <p15:clr>
            <a:srgbClr val="E46962"/>
          </p15:clr>
        </p15:guide>
        <p15:guide id="3" orient="horz" pos="175">
          <p15:clr>
            <a:srgbClr val="E46962"/>
          </p15:clr>
        </p15:guide>
        <p15:guide id="4" pos="5585">
          <p15:clr>
            <a:srgbClr val="E46962"/>
          </p15:clr>
        </p15:guide>
        <p15:guide id="5" orient="horz" pos="1620">
          <p15:clr>
            <a:srgbClr val="E46962"/>
          </p15:clr>
        </p15:guide>
        <p15:guide id="6" pos="2880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9.png"/><Relationship Id="rId5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48"/>
          <p:cNvSpPr txBox="1"/>
          <p:nvPr>
            <p:ph idx="4" type="subTitle"/>
          </p:nvPr>
        </p:nvSpPr>
        <p:spPr>
          <a:xfrm>
            <a:off x="7677976" y="582750"/>
            <a:ext cx="17433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10/12/2026</a:t>
            </a:r>
            <a:endParaRPr/>
          </a:p>
        </p:txBody>
      </p:sp>
      <p:sp>
        <p:nvSpPr>
          <p:cNvPr id="365" name="Google Shape;365;p48"/>
          <p:cNvSpPr txBox="1"/>
          <p:nvPr>
            <p:ph type="title"/>
          </p:nvPr>
        </p:nvSpPr>
        <p:spPr>
          <a:xfrm>
            <a:off x="795525" y="2323100"/>
            <a:ext cx="5859300" cy="145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-US"/>
              <a:t>Vivado Introduction</a:t>
            </a:r>
            <a:endParaRPr/>
          </a:p>
        </p:txBody>
      </p:sp>
      <p:pic>
        <p:nvPicPr>
          <p:cNvPr id="366" name="Google Shape;366;p48" title="rieee-C_zAKayb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716" y="46972"/>
            <a:ext cx="896102" cy="230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49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Agenda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49"/>
          <p:cNvSpPr txBox="1"/>
          <p:nvPr/>
        </p:nvSpPr>
        <p:spPr>
          <a:xfrm>
            <a:off x="548640" y="1463040"/>
            <a:ext cx="8046720" cy="3017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</a:t>
            </a:r>
            <a:r>
              <a:rPr lang="en-US" sz="2200">
                <a:solidFill>
                  <a:schemeClr val="dk1"/>
                </a:solidFill>
              </a:rPr>
              <a:t>What is Vivado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</a:t>
            </a:r>
            <a:r>
              <a:rPr lang="en-US" sz="2200">
                <a:solidFill>
                  <a:schemeClr val="dk1"/>
                </a:solidFill>
              </a:rPr>
              <a:t>Common Workflow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200">
                <a:solidFill>
                  <a:schemeClr val="dk1"/>
                </a:solidFill>
              </a:rPr>
              <a:t>3</a:t>
            </a: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Common </a:t>
            </a:r>
            <a:r>
              <a:rPr lang="en-US" sz="2200">
                <a:solidFill>
                  <a:schemeClr val="dk1"/>
                </a:solidFill>
              </a:rPr>
              <a:t>Mistakes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2200">
                <a:solidFill>
                  <a:schemeClr val="dk1"/>
                </a:solidFill>
              </a:rPr>
              <a:t>4</a:t>
            </a: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Questions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49"/>
          <p:cNvSpPr txBox="1"/>
          <p:nvPr>
            <p:ph idx="4294967295" type="sldNum"/>
          </p:nvPr>
        </p:nvSpPr>
        <p:spPr>
          <a:xfrm>
            <a:off x="8321040" y="475488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3C3F4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rgbClr val="3C3F4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49"/>
          <p:cNvSpPr txBox="1"/>
          <p:nvPr/>
        </p:nvSpPr>
        <p:spPr>
          <a:xfrm>
            <a:off x="548642" y="398461"/>
            <a:ext cx="8589000" cy="8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Objectives</a:t>
            </a:r>
            <a:endParaRPr sz="3000">
              <a:solidFill>
                <a:srgbClr val="3C4043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5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Binary representation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50"/>
          <p:cNvSpPr txBox="1"/>
          <p:nvPr/>
        </p:nvSpPr>
        <p:spPr>
          <a:xfrm>
            <a:off x="548648" y="1681900"/>
            <a:ext cx="3391500" cy="30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</a:rPr>
              <a:t>AMD/Xilinx’s FPGA design software</a:t>
            </a:r>
            <a:endParaRPr sz="1600">
              <a:solidFill>
                <a:schemeClr val="dk1"/>
              </a:solidFill>
            </a:endParaRPr>
          </a:p>
          <a:p>
            <a:pPr indent="-342900" lvl="0" marL="342900" marR="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>
                <a:solidFill>
                  <a:schemeClr val="dk1"/>
                </a:solidFill>
              </a:rPr>
              <a:t>Design, simulate, synthesize, implement digital designs</a:t>
            </a:r>
            <a:endParaRPr sz="1600">
              <a:solidFill>
                <a:schemeClr val="dk1"/>
              </a:solidFill>
            </a:endParaRPr>
          </a:p>
          <a:p>
            <a:pPr indent="-342900" lvl="0" marL="342900" marR="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>
                <a:solidFill>
                  <a:schemeClr val="dk1"/>
                </a:solidFill>
              </a:rPr>
              <a:t>Used primarily with AMD/XIlinx FPGAs</a:t>
            </a:r>
            <a:endParaRPr sz="1600">
              <a:solidFill>
                <a:schemeClr val="dk1"/>
              </a:solidFill>
            </a:endParaRPr>
          </a:p>
          <a:p>
            <a:pPr indent="-342900" lvl="0" marL="342900" marR="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>
                <a:solidFill>
                  <a:schemeClr val="dk1"/>
                </a:solidFill>
              </a:rPr>
              <a:t>Industry standard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383" name="Google Shape;383;p50"/>
          <p:cNvSpPr txBox="1"/>
          <p:nvPr>
            <p:ph idx="4294967295" type="sldNum"/>
          </p:nvPr>
        </p:nvSpPr>
        <p:spPr>
          <a:xfrm>
            <a:off x="8321040" y="475488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3C3F4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rgbClr val="3C3F4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50"/>
          <p:cNvSpPr txBox="1"/>
          <p:nvPr/>
        </p:nvSpPr>
        <p:spPr>
          <a:xfrm>
            <a:off x="548642" y="398461"/>
            <a:ext cx="8589000" cy="8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What is Vivado?</a:t>
            </a:r>
            <a:endParaRPr sz="3000">
              <a:solidFill>
                <a:srgbClr val="3C4043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pic>
        <p:nvPicPr>
          <p:cNvPr id="385" name="Google Shape;385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55301" y="1229226"/>
            <a:ext cx="3475400" cy="1950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40055" y="3322751"/>
            <a:ext cx="2033633" cy="1605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" name="Google Shape;387;p5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47074" y="3322750"/>
            <a:ext cx="2217519" cy="1605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51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Hexadecimal representation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51"/>
          <p:cNvSpPr txBox="1"/>
          <p:nvPr/>
        </p:nvSpPr>
        <p:spPr>
          <a:xfrm>
            <a:off x="548650" y="1371600"/>
            <a:ext cx="5670900" cy="35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</a:rPr>
              <a:t>Create project (starting block for all designs, includes selecting FPGA part)</a:t>
            </a:r>
            <a:endParaRPr sz="1600">
              <a:solidFill>
                <a:schemeClr val="dk1"/>
              </a:solidFill>
            </a:endParaRPr>
          </a:p>
          <a:p>
            <a:pPr indent="-342900" lvl="0" marL="342900" marR="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>
                <a:solidFill>
                  <a:schemeClr val="dk1"/>
                </a:solidFill>
              </a:rPr>
              <a:t>Add sources/create sources</a:t>
            </a:r>
            <a:endParaRPr sz="1600">
              <a:solidFill>
                <a:schemeClr val="dk1"/>
              </a:solidFill>
            </a:endParaRPr>
          </a:p>
          <a:p>
            <a:pPr indent="-342900" lvl="0" marL="342900" marR="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>
                <a:solidFill>
                  <a:schemeClr val="dk1"/>
                </a:solidFill>
              </a:rPr>
              <a:t>Implement designs</a:t>
            </a:r>
            <a:endParaRPr sz="1600">
              <a:solidFill>
                <a:schemeClr val="dk1"/>
              </a:solidFill>
            </a:endParaRPr>
          </a:p>
          <a:p>
            <a:pPr indent="-342900" lvl="0" marL="342900" marR="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>
                <a:solidFill>
                  <a:schemeClr val="dk1"/>
                </a:solidFill>
              </a:rPr>
              <a:t>Run simulations (verify design works logically)</a:t>
            </a:r>
            <a:endParaRPr sz="1600">
              <a:solidFill>
                <a:schemeClr val="dk1"/>
              </a:solidFill>
            </a:endParaRPr>
          </a:p>
          <a:p>
            <a:pPr indent="-342900" lvl="0" marL="342900" marR="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>
                <a:solidFill>
                  <a:schemeClr val="dk1"/>
                </a:solidFill>
              </a:rPr>
              <a:t>Run synthesis (Convert HDL to netlist) </a:t>
            </a:r>
            <a:endParaRPr sz="1600">
              <a:solidFill>
                <a:schemeClr val="dk1"/>
              </a:solidFill>
            </a:endParaRPr>
          </a:p>
          <a:p>
            <a:pPr indent="-342900" lvl="0" marL="342900" marR="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>
                <a:solidFill>
                  <a:schemeClr val="dk1"/>
                </a:solidFill>
              </a:rPr>
              <a:t>Run Implementation (Place and route design onto FPGA resources)</a:t>
            </a:r>
            <a:endParaRPr sz="1600">
              <a:solidFill>
                <a:schemeClr val="dk1"/>
              </a:solidFill>
            </a:endParaRPr>
          </a:p>
          <a:p>
            <a:pPr indent="-342900" lvl="0" marL="342900" marR="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>
                <a:solidFill>
                  <a:schemeClr val="dk1"/>
                </a:solidFill>
              </a:rPr>
              <a:t>Generate Bitstream (create .bit file to program FPGA)</a:t>
            </a:r>
            <a:endParaRPr sz="1600">
              <a:solidFill>
                <a:schemeClr val="dk1"/>
              </a:solidFill>
            </a:endParaRPr>
          </a:p>
          <a:p>
            <a:pPr indent="-342900" lvl="0" marL="342900" marR="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>
                <a:solidFill>
                  <a:schemeClr val="dk1"/>
                </a:solidFill>
              </a:rPr>
              <a:t>Program Device (upload bitstream using Hardware Manager)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395" name="Google Shape;395;p51"/>
          <p:cNvSpPr txBox="1"/>
          <p:nvPr>
            <p:ph idx="4294967295" type="sldNum"/>
          </p:nvPr>
        </p:nvSpPr>
        <p:spPr>
          <a:xfrm>
            <a:off x="8321040" y="475488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3C3F4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rgbClr val="3C3F4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51"/>
          <p:cNvSpPr txBox="1"/>
          <p:nvPr/>
        </p:nvSpPr>
        <p:spPr>
          <a:xfrm>
            <a:off x="548642" y="398461"/>
            <a:ext cx="8589000" cy="8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Common Workflow</a:t>
            </a:r>
            <a:endParaRPr sz="3000">
              <a:solidFill>
                <a:srgbClr val="3C4043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pic>
        <p:nvPicPr>
          <p:cNvPr id="397" name="Google Shape;397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58000" y="1200537"/>
            <a:ext cx="1167100" cy="3935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52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Hexadecimal representation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52"/>
          <p:cNvSpPr txBox="1"/>
          <p:nvPr>
            <p:ph idx="4294967295" type="sldNum"/>
          </p:nvPr>
        </p:nvSpPr>
        <p:spPr>
          <a:xfrm>
            <a:off x="8321040" y="4754880"/>
            <a:ext cx="8001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3C3F4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rgbClr val="3C3F4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52"/>
          <p:cNvSpPr txBox="1"/>
          <p:nvPr/>
        </p:nvSpPr>
        <p:spPr>
          <a:xfrm>
            <a:off x="548642" y="398461"/>
            <a:ext cx="8589000" cy="8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Common Workflow Cont.</a:t>
            </a:r>
            <a:endParaRPr sz="3000">
              <a:solidFill>
                <a:srgbClr val="3C4043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pic>
        <p:nvPicPr>
          <p:cNvPr id="406" name="Google Shape;406;p52"/>
          <p:cNvPicPr preferRelativeResize="0"/>
          <p:nvPr/>
        </p:nvPicPr>
        <p:blipFill rotWithShape="1">
          <a:blip r:embed="rId3">
            <a:alphaModFix/>
          </a:blip>
          <a:srcRect b="0" l="0" r="0" t="63702"/>
          <a:stretch/>
        </p:blipFill>
        <p:spPr>
          <a:xfrm>
            <a:off x="6427775" y="1283439"/>
            <a:ext cx="2370900" cy="3072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52"/>
          <p:cNvPicPr preferRelativeResize="0"/>
          <p:nvPr/>
        </p:nvPicPr>
        <p:blipFill rotWithShape="1">
          <a:blip r:embed="rId3">
            <a:alphaModFix/>
          </a:blip>
          <a:srcRect b="60746" l="0" r="0" t="0"/>
          <a:stretch/>
        </p:blipFill>
        <p:spPr>
          <a:xfrm>
            <a:off x="548650" y="1283450"/>
            <a:ext cx="2192327" cy="3072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Google Shape;408;p52"/>
          <p:cNvPicPr preferRelativeResize="0"/>
          <p:nvPr/>
        </p:nvPicPr>
        <p:blipFill rotWithShape="1">
          <a:blip r:embed="rId3">
            <a:alphaModFix/>
          </a:blip>
          <a:srcRect b="38261" l="0" r="0" t="40500"/>
          <a:stretch/>
        </p:blipFill>
        <p:spPr>
          <a:xfrm>
            <a:off x="2935488" y="1468925"/>
            <a:ext cx="3297775" cy="25006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53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Truth tables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53"/>
          <p:cNvSpPr txBox="1"/>
          <p:nvPr/>
        </p:nvSpPr>
        <p:spPr>
          <a:xfrm>
            <a:off x="548650" y="1371600"/>
            <a:ext cx="4023300" cy="33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</a:rPr>
              <a:t>Selecting the </a:t>
            </a:r>
            <a:r>
              <a:rPr lang="en-US" sz="1600">
                <a:solidFill>
                  <a:schemeClr val="dk1"/>
                </a:solidFill>
              </a:rPr>
              <a:t>wrong</a:t>
            </a:r>
            <a:r>
              <a:rPr lang="en-US" sz="1600">
                <a:solidFill>
                  <a:schemeClr val="dk1"/>
                </a:solidFill>
              </a:rPr>
              <a:t> board/part</a:t>
            </a:r>
            <a:endParaRPr sz="1600">
              <a:solidFill>
                <a:schemeClr val="dk1"/>
              </a:solidFill>
            </a:endParaRPr>
          </a:p>
          <a:p>
            <a:pPr indent="-342900" lvl="0" marL="342900" marR="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>
                <a:solidFill>
                  <a:schemeClr val="dk1"/>
                </a:solidFill>
              </a:rPr>
              <a:t>Forgetting to set correct top module</a:t>
            </a:r>
            <a:endParaRPr sz="1600">
              <a:solidFill>
                <a:schemeClr val="dk1"/>
              </a:solidFill>
            </a:endParaRPr>
          </a:p>
          <a:p>
            <a:pPr indent="-342900" lvl="0" marL="342900" marR="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>
                <a:solidFill>
                  <a:schemeClr val="dk1"/>
                </a:solidFill>
              </a:rPr>
              <a:t>Missing or incorrect pin constraints</a:t>
            </a:r>
            <a:endParaRPr sz="1600">
              <a:solidFill>
                <a:schemeClr val="dk1"/>
              </a:solidFill>
            </a:endParaRPr>
          </a:p>
          <a:p>
            <a:pPr indent="-342900" lvl="0" marL="342900" marR="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>
                <a:solidFill>
                  <a:schemeClr val="dk1"/>
                </a:solidFill>
              </a:rPr>
              <a:t>Forgetting to resynthesize, reimplement, and regenerate the bitstream</a:t>
            </a:r>
            <a:endParaRPr sz="1600">
              <a:solidFill>
                <a:schemeClr val="dk1"/>
              </a:solidFill>
            </a:endParaRPr>
          </a:p>
          <a:p>
            <a:pPr indent="-342900" lvl="0" marL="342900" marR="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>
                <a:solidFill>
                  <a:schemeClr val="dk1"/>
                </a:solidFill>
              </a:rPr>
              <a:t>Forgetting to turn board on</a:t>
            </a:r>
            <a:endParaRPr sz="1600">
              <a:solidFill>
                <a:schemeClr val="dk1"/>
              </a:solidFill>
            </a:endParaRPr>
          </a:p>
          <a:p>
            <a:pPr indent="-342900" lvl="0" marL="342900" marR="0" rtl="0" algn="l"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>
                <a:solidFill>
                  <a:schemeClr val="dk1"/>
                </a:solidFill>
              </a:rPr>
              <a:t>Using wrong clock (mostly need board clock)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416" name="Google Shape;416;p53"/>
          <p:cNvSpPr txBox="1"/>
          <p:nvPr>
            <p:ph idx="4294967295" type="sldNum"/>
          </p:nvPr>
        </p:nvSpPr>
        <p:spPr>
          <a:xfrm>
            <a:off x="8321040" y="475488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3C3F4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rgbClr val="3C3F4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53"/>
          <p:cNvSpPr txBox="1"/>
          <p:nvPr/>
        </p:nvSpPr>
        <p:spPr>
          <a:xfrm>
            <a:off x="548642" y="398461"/>
            <a:ext cx="8589000" cy="8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Common Mistakes</a:t>
            </a:r>
            <a:endParaRPr sz="3000">
              <a:solidFill>
                <a:srgbClr val="3C4043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pic>
        <p:nvPicPr>
          <p:cNvPr id="418" name="Google Shape;418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1950" y="1192650"/>
            <a:ext cx="4568648" cy="1508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9" name="Google Shape;419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24350" y="2853450"/>
            <a:ext cx="4152900" cy="981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54"/>
          <p:cNvSpPr txBox="1"/>
          <p:nvPr>
            <p:ph type="title"/>
          </p:nvPr>
        </p:nvSpPr>
        <p:spPr>
          <a:xfrm>
            <a:off x="277500" y="1312500"/>
            <a:ext cx="8589000" cy="25185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/>
              <a:t>Questions?</a:t>
            </a:r>
            <a:endParaRPr sz="5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liconKnights">
  <a:themeElements>
    <a:clrScheme name="SiliconKnights">
      <a:dk1>
        <a:srgbClr val="3C3F41"/>
      </a:dk1>
      <a:lt1>
        <a:srgbClr val="FFF1DB"/>
      </a:lt1>
      <a:dk2>
        <a:srgbClr val="1F6F8B"/>
      </a:dk2>
      <a:lt2>
        <a:srgbClr val="EBE0CD"/>
      </a:lt2>
      <a:accent1>
        <a:srgbClr val="1F6F8B"/>
      </a:accent1>
      <a:accent2>
        <a:srgbClr val="B5472F"/>
      </a:accent2>
      <a:accent3>
        <a:srgbClr val="5C7F4F"/>
      </a:accent3>
      <a:accent4>
        <a:srgbClr val="C98B2B"/>
      </a:accent4>
      <a:accent5>
        <a:srgbClr val="6B5B95"/>
      </a:accent5>
      <a:accent6>
        <a:srgbClr val="7A7F83"/>
      </a:accent6>
      <a:hlink>
        <a:srgbClr val="1F6F8B"/>
      </a:hlink>
      <a:folHlink>
        <a:srgbClr val="6B5B9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liconKnights">
  <a:themeElements>
    <a:clrScheme name="SiliconKnights">
      <a:dk1>
        <a:srgbClr val="3C3F41"/>
      </a:dk1>
      <a:lt1>
        <a:srgbClr val="FFF1DB"/>
      </a:lt1>
      <a:dk2>
        <a:srgbClr val="1F6F8B"/>
      </a:dk2>
      <a:lt2>
        <a:srgbClr val="EBE0CD"/>
      </a:lt2>
      <a:accent1>
        <a:srgbClr val="1F6F8B"/>
      </a:accent1>
      <a:accent2>
        <a:srgbClr val="B5472F"/>
      </a:accent2>
      <a:accent3>
        <a:srgbClr val="5C7F4F"/>
      </a:accent3>
      <a:accent4>
        <a:srgbClr val="C98B2B"/>
      </a:accent4>
      <a:accent5>
        <a:srgbClr val="6B5B95"/>
      </a:accent5>
      <a:accent6>
        <a:srgbClr val="7A7F83"/>
      </a:accent6>
      <a:hlink>
        <a:srgbClr val="1F6F8B"/>
      </a:hlink>
      <a:folHlink>
        <a:srgbClr val="6B5B9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Product demo | Human focus">
  <a:themeElements>
    <a:clrScheme name="Simple Light">
      <a:dk1>
        <a:srgbClr val="3C4043"/>
      </a:dk1>
      <a:lt1>
        <a:srgbClr val="000000"/>
      </a:lt1>
      <a:dk2>
        <a:srgbClr val="F4F4F4"/>
      </a:dk2>
      <a:lt2>
        <a:srgbClr val="FFFFFF"/>
      </a:lt2>
      <a:accent1>
        <a:srgbClr val="FDD198"/>
      </a:accent1>
      <a:accent2>
        <a:srgbClr val="F4F4F4"/>
      </a:accent2>
      <a:accent3>
        <a:srgbClr val="B7B7B7"/>
      </a:accent3>
      <a:accent4>
        <a:srgbClr val="FFA767"/>
      </a:accent4>
      <a:accent5>
        <a:srgbClr val="FFF2DC"/>
      </a:accent5>
      <a:accent6>
        <a:srgbClr val="F0C894"/>
      </a:accent6>
      <a:hlink>
        <a:srgbClr val="CAA97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