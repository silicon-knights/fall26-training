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4"/>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Arimo"/>
      <p:regular r:id="rId42"/>
      <p:bold r:id="rId43"/>
      <p:italic r:id="rId44"/>
      <p:boldItalic r:id="rId45"/>
    </p:embeddedFont>
    <p:embeddedFont>
      <p:font typeface="Arimo SemiBold"/>
      <p:regular r:id="rId46"/>
      <p:bold r:id="rId47"/>
      <p:italic r:id="rId48"/>
      <p:boldItalic r:id="rId49"/>
    </p:embeddedFont>
    <p:embeddedFont>
      <p:font typeface="Azeret Mono"/>
      <p:regular r:id="rId50"/>
      <p:bold r:id="rId51"/>
      <p:italic r:id="rId52"/>
      <p:boldItalic r:id="rId53"/>
    </p:embeddedFont>
    <p:embeddedFont>
      <p:font typeface="Arimo Medium"/>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Arimo-regular.fntdata"/><Relationship Id="rId41" Type="http://schemas.openxmlformats.org/officeDocument/2006/relationships/slide" Target="slides/slide35.xml"/><Relationship Id="rId44" Type="http://schemas.openxmlformats.org/officeDocument/2006/relationships/font" Target="fonts/Arimo-italic.fntdata"/><Relationship Id="rId43" Type="http://schemas.openxmlformats.org/officeDocument/2006/relationships/font" Target="fonts/Arimo-bold.fntdata"/><Relationship Id="rId46" Type="http://schemas.openxmlformats.org/officeDocument/2006/relationships/font" Target="fonts/ArimoSemiBold-regular.fntdata"/><Relationship Id="rId45" Type="http://schemas.openxmlformats.org/officeDocument/2006/relationships/font" Target="fonts/Arim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ArimoSemiBold-italic.fntdata"/><Relationship Id="rId47" Type="http://schemas.openxmlformats.org/officeDocument/2006/relationships/font" Target="fonts/ArimoSemiBold-bold.fntdata"/><Relationship Id="rId49" Type="http://schemas.openxmlformats.org/officeDocument/2006/relationships/font" Target="fonts/ArimoSemiBold-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zeretMono-bold.fntdata"/><Relationship Id="rId50" Type="http://schemas.openxmlformats.org/officeDocument/2006/relationships/font" Target="fonts/AzeretMono-regular.fntdata"/><Relationship Id="rId53" Type="http://schemas.openxmlformats.org/officeDocument/2006/relationships/font" Target="fonts/AzeretMono-boldItalic.fntdata"/><Relationship Id="rId52" Type="http://schemas.openxmlformats.org/officeDocument/2006/relationships/font" Target="fonts/AzeretMono-italic.fntdata"/><Relationship Id="rId11" Type="http://schemas.openxmlformats.org/officeDocument/2006/relationships/slide" Target="slides/slide5.xml"/><Relationship Id="rId55" Type="http://schemas.openxmlformats.org/officeDocument/2006/relationships/font" Target="fonts/ArimoMedium-bold.fntdata"/><Relationship Id="rId10" Type="http://schemas.openxmlformats.org/officeDocument/2006/relationships/slide" Target="slides/slide4.xml"/><Relationship Id="rId54" Type="http://schemas.openxmlformats.org/officeDocument/2006/relationships/font" Target="fonts/ArimoMedium-regular.fntdata"/><Relationship Id="rId13" Type="http://schemas.openxmlformats.org/officeDocument/2006/relationships/slide" Target="slides/slide7.xml"/><Relationship Id="rId57" Type="http://schemas.openxmlformats.org/officeDocument/2006/relationships/font" Target="fonts/ArimoMedium-boldItalic.fntdata"/><Relationship Id="rId12" Type="http://schemas.openxmlformats.org/officeDocument/2006/relationships/slide" Target="slides/slide6.xml"/><Relationship Id="rId56" Type="http://schemas.openxmlformats.org/officeDocument/2006/relationships/font" Target="fonts/ArimoMedium-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e43fd605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e43fd605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104e40fee4f108a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h104e40fee4f108a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43fd605b8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43fd605b8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e43fd605b8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e43fd605b8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43fd605b8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43fd605b8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h64775123b02712f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h64775123b02712f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Aly</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h64775123b02712fa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h64775123b02712fa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6000e4bf88abca9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h6000e4bf88abca9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h6000e4bf88abca9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h6000e4bf88abca9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Josh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64775123b02712fa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h64775123b02712fa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Taha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40a02e87a6d_15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40a02e87a6d_15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Royce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40a02e87a6d_15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40a02e87a6d_15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8f333b9e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f8f333b9e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e43fd605b8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e43fd605b8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43fd605b8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e43fd605b8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e43fd605b8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e43fd605b8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e43fd605b8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e43fd605b8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e43fd605b8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e43fd605b8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e43fd605b8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e43fd605b8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e43fd605b8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e43fd605b8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e43fd605b8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e43fd605b8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43fd605b8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e43fd605b8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e43fd605b8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e43fd605b8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e43fd605b8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e43fd605b8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43fd605b8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e43fd605b8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e43fd605b8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3e43fd605b8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e43fd605b8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e43fd605b8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e43fd605b8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3e43fd605b8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e43fd605b8_0_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e43fd605b8_0_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e43fd605b8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3e43fd605b8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e43fd605b8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e43fd605b8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e43fd605b8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3e43fd605b8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e43fd605b8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3e43fd605b8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3e43fd605b8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3e43fd605b8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e43fd605b8_0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e43fd605b8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_3">
    <p:bg>
      <p:bgPr>
        <a:solidFill>
          <a:schemeClr val="accent5"/>
        </a:solidFill>
      </p:bgPr>
    </p:bg>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mt="60000"/>
          </a:blip>
          <a:srcRect b="4816" l="0" r="0" t="0"/>
          <a:stretch/>
        </p:blipFill>
        <p:spPr>
          <a:xfrm>
            <a:off x="277500" y="277500"/>
            <a:ext cx="8589000" cy="4599000"/>
          </a:xfrm>
          <a:prstGeom prst="roundRect">
            <a:avLst>
              <a:gd fmla="val 13515" name="adj"/>
            </a:avLst>
          </a:prstGeom>
          <a:noFill/>
          <a:ln>
            <a:noFill/>
          </a:ln>
        </p:spPr>
      </p:pic>
      <p:sp>
        <p:nvSpPr>
          <p:cNvPr id="55" name="Google Shape;55;p14"/>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cxnSp>
        <p:nvCxnSpPr>
          <p:cNvPr id="56" name="Google Shape;56;p14"/>
          <p:cNvCxnSpPr/>
          <p:nvPr/>
        </p:nvCxnSpPr>
        <p:spPr>
          <a:xfrm>
            <a:off x="805650" y="792575"/>
            <a:ext cx="75471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14"/>
          <p:cNvCxnSpPr/>
          <p:nvPr/>
        </p:nvCxnSpPr>
        <p:spPr>
          <a:xfrm>
            <a:off x="805650" y="4521775"/>
            <a:ext cx="7547100" cy="0"/>
          </a:xfrm>
          <a:prstGeom prst="straightConnector1">
            <a:avLst/>
          </a:prstGeom>
          <a:noFill/>
          <a:ln cap="flat" cmpd="sng" w="9525">
            <a:solidFill>
              <a:schemeClr val="dk1"/>
            </a:solidFill>
            <a:prstDash val="solid"/>
            <a:round/>
            <a:headEnd len="med" w="med" type="none"/>
            <a:tailEnd len="med" w="med" type="none"/>
          </a:ln>
        </p:spPr>
      </p:cxnSp>
      <p:sp>
        <p:nvSpPr>
          <p:cNvPr id="58" name="Google Shape;58;p14"/>
          <p:cNvSpPr txBox="1"/>
          <p:nvPr>
            <p:ph idx="2" type="subTitle"/>
          </p:nvPr>
        </p:nvSpPr>
        <p:spPr>
          <a:xfrm>
            <a:off x="80565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59" name="Google Shape;59;p14"/>
          <p:cNvSpPr txBox="1"/>
          <p:nvPr>
            <p:ph idx="3" type="subTitle"/>
          </p:nvPr>
        </p:nvSpPr>
        <p:spPr>
          <a:xfrm>
            <a:off x="2679901"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0" name="Google Shape;60;p14"/>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vl1pPr>
            <a:lvl2pPr lvl="1">
              <a:spcBef>
                <a:spcPts val="0"/>
              </a:spcBef>
              <a:spcAft>
                <a:spcPts val="0"/>
              </a:spcAft>
              <a:buClr>
                <a:schemeClr val="dk1"/>
              </a:buClr>
              <a:buSzPts val="1400"/>
              <a:buFont typeface="Azeret Mono"/>
              <a:buNone/>
              <a:defRPr/>
            </a:lvl2pPr>
            <a:lvl3pPr lvl="2">
              <a:spcBef>
                <a:spcPts val="0"/>
              </a:spcBef>
              <a:spcAft>
                <a:spcPts val="0"/>
              </a:spcAft>
              <a:buClr>
                <a:schemeClr val="dk1"/>
              </a:buClr>
              <a:buSzPts val="1400"/>
              <a:buFont typeface="Azeret Mono"/>
              <a:buNone/>
              <a:defRPr/>
            </a:lvl3pPr>
            <a:lvl4pPr lvl="3">
              <a:spcBef>
                <a:spcPts val="0"/>
              </a:spcBef>
              <a:spcAft>
                <a:spcPts val="0"/>
              </a:spcAft>
              <a:buClr>
                <a:schemeClr val="dk1"/>
              </a:buClr>
              <a:buSzPts val="1400"/>
              <a:buFont typeface="Azeret Mono"/>
              <a:buNone/>
              <a:defRPr/>
            </a:lvl4pPr>
            <a:lvl5pPr lvl="4">
              <a:spcBef>
                <a:spcPts val="0"/>
              </a:spcBef>
              <a:spcAft>
                <a:spcPts val="0"/>
              </a:spcAft>
              <a:buClr>
                <a:schemeClr val="dk1"/>
              </a:buClr>
              <a:buSzPts val="1400"/>
              <a:buFont typeface="Azeret Mono"/>
              <a:buNone/>
              <a:defRPr/>
            </a:lvl5pPr>
            <a:lvl6pPr lvl="5">
              <a:spcBef>
                <a:spcPts val="0"/>
              </a:spcBef>
              <a:spcAft>
                <a:spcPts val="0"/>
              </a:spcAft>
              <a:buClr>
                <a:schemeClr val="dk1"/>
              </a:buClr>
              <a:buSzPts val="1400"/>
              <a:buFont typeface="Azeret Mono"/>
              <a:buNone/>
              <a:defRPr/>
            </a:lvl6pPr>
            <a:lvl7pPr lvl="6">
              <a:spcBef>
                <a:spcPts val="0"/>
              </a:spcBef>
              <a:spcAft>
                <a:spcPts val="0"/>
              </a:spcAft>
              <a:buClr>
                <a:schemeClr val="dk1"/>
              </a:buClr>
              <a:buSzPts val="1400"/>
              <a:buFont typeface="Azeret Mono"/>
              <a:buNone/>
              <a:defRPr/>
            </a:lvl7pPr>
            <a:lvl8pPr lvl="7">
              <a:spcBef>
                <a:spcPts val="0"/>
              </a:spcBef>
              <a:spcAft>
                <a:spcPts val="0"/>
              </a:spcAft>
              <a:buClr>
                <a:schemeClr val="dk1"/>
              </a:buClr>
              <a:buSzPts val="1400"/>
              <a:buFont typeface="Azeret Mono"/>
              <a:buNone/>
              <a:defRPr/>
            </a:lvl8pPr>
            <a:lvl9pPr lvl="8">
              <a:spcBef>
                <a:spcPts val="0"/>
              </a:spcBef>
              <a:spcAft>
                <a:spcPts val="0"/>
              </a:spcAft>
              <a:buClr>
                <a:schemeClr val="dk1"/>
              </a:buClr>
              <a:buSzPts val="1400"/>
              <a:buFont typeface="Azeret Mono"/>
              <a:buNone/>
              <a:defRPr/>
            </a:lvl9pPr>
          </a:lstStyle>
          <a:p/>
        </p:txBody>
      </p:sp>
      <p:sp>
        <p:nvSpPr>
          <p:cNvPr id="61" name="Google Shape;61;p14"/>
          <p:cNvSpPr txBox="1"/>
          <p:nvPr>
            <p:ph type="title"/>
          </p:nvPr>
        </p:nvSpPr>
        <p:spPr>
          <a:xfrm>
            <a:off x="795525" y="2323100"/>
            <a:ext cx="4838100" cy="14532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000"/>
            </a:lvl1pPr>
            <a:lvl2pPr lvl="1">
              <a:lnSpc>
                <a:spcPct val="80000"/>
              </a:lnSpc>
              <a:spcBef>
                <a:spcPts val="0"/>
              </a:spcBef>
              <a:spcAft>
                <a:spcPts val="0"/>
              </a:spcAft>
              <a:buNone/>
              <a:defRPr sz="5000"/>
            </a:lvl2pPr>
            <a:lvl3pPr lvl="2">
              <a:lnSpc>
                <a:spcPct val="80000"/>
              </a:lnSpc>
              <a:spcBef>
                <a:spcPts val="0"/>
              </a:spcBef>
              <a:spcAft>
                <a:spcPts val="0"/>
              </a:spcAft>
              <a:buNone/>
              <a:defRPr sz="5000"/>
            </a:lvl3pPr>
            <a:lvl4pPr lvl="3">
              <a:lnSpc>
                <a:spcPct val="80000"/>
              </a:lnSpc>
              <a:spcBef>
                <a:spcPts val="0"/>
              </a:spcBef>
              <a:spcAft>
                <a:spcPts val="0"/>
              </a:spcAft>
              <a:buNone/>
              <a:defRPr sz="5000"/>
            </a:lvl4pPr>
            <a:lvl5pPr lvl="4">
              <a:lnSpc>
                <a:spcPct val="80000"/>
              </a:lnSpc>
              <a:spcBef>
                <a:spcPts val="0"/>
              </a:spcBef>
              <a:spcAft>
                <a:spcPts val="0"/>
              </a:spcAft>
              <a:buNone/>
              <a:defRPr sz="5000"/>
            </a:lvl5pPr>
            <a:lvl6pPr lvl="5">
              <a:lnSpc>
                <a:spcPct val="80000"/>
              </a:lnSpc>
              <a:spcBef>
                <a:spcPts val="0"/>
              </a:spcBef>
              <a:spcAft>
                <a:spcPts val="0"/>
              </a:spcAft>
              <a:buNone/>
              <a:defRPr sz="5000"/>
            </a:lvl6pPr>
            <a:lvl7pPr lvl="6">
              <a:lnSpc>
                <a:spcPct val="80000"/>
              </a:lnSpc>
              <a:spcBef>
                <a:spcPts val="0"/>
              </a:spcBef>
              <a:spcAft>
                <a:spcPts val="0"/>
              </a:spcAft>
              <a:buNone/>
              <a:defRPr sz="5000"/>
            </a:lvl7pPr>
            <a:lvl8pPr lvl="7">
              <a:lnSpc>
                <a:spcPct val="80000"/>
              </a:lnSpc>
              <a:spcBef>
                <a:spcPts val="0"/>
              </a:spcBef>
              <a:spcAft>
                <a:spcPts val="0"/>
              </a:spcAft>
              <a:buNone/>
              <a:defRPr sz="5000"/>
            </a:lvl8pPr>
            <a:lvl9pPr lvl="8">
              <a:lnSpc>
                <a:spcPct val="80000"/>
              </a:lnSpc>
              <a:spcBef>
                <a:spcPts val="0"/>
              </a:spcBef>
              <a:spcAft>
                <a:spcPts val="0"/>
              </a:spcAft>
              <a:buNone/>
              <a:defRPr sz="5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2">
  <p:cSld name="BLANK_1_1_1">
    <p:bg>
      <p:bgPr>
        <a:solidFill>
          <a:schemeClr val="accent5"/>
        </a:solidFill>
      </p:bgPr>
    </p:bg>
    <p:spTree>
      <p:nvGrpSpPr>
        <p:cNvPr id="62" name="Shape 62"/>
        <p:cNvGrpSpPr/>
        <p:nvPr/>
      </p:nvGrpSpPr>
      <p:grpSpPr>
        <a:xfrm>
          <a:off x="0" y="0"/>
          <a:ext cx="0" cy="0"/>
          <a:chOff x="0" y="0"/>
          <a:chExt cx="0" cy="0"/>
        </a:xfrm>
      </p:grpSpPr>
      <p:grpSp>
        <p:nvGrpSpPr>
          <p:cNvPr id="63" name="Google Shape;63;p15"/>
          <p:cNvGrpSpPr/>
          <p:nvPr/>
        </p:nvGrpSpPr>
        <p:grpSpPr>
          <a:xfrm>
            <a:off x="277515" y="277501"/>
            <a:ext cx="8589075" cy="4593888"/>
            <a:chOff x="277500" y="277500"/>
            <a:chExt cx="8589075" cy="4593888"/>
          </a:xfrm>
        </p:grpSpPr>
        <p:pic>
          <p:nvPicPr>
            <p:cNvPr id="64" name="Google Shape;64;p15"/>
            <p:cNvPicPr preferRelativeResize="0"/>
            <p:nvPr/>
          </p:nvPicPr>
          <p:blipFill>
            <a:blip r:embed="rId2">
              <a:alphaModFix amt="10000"/>
            </a:blip>
            <a:stretch>
              <a:fillRect/>
            </a:stretch>
          </p:blipFill>
          <p:spPr>
            <a:xfrm>
              <a:off x="277575" y="277500"/>
              <a:ext cx="8589000" cy="4593888"/>
            </a:xfrm>
            <a:prstGeom prst="rect">
              <a:avLst/>
            </a:prstGeom>
            <a:noFill/>
            <a:ln>
              <a:noFill/>
            </a:ln>
          </p:spPr>
        </p:pic>
        <p:sp>
          <p:nvSpPr>
            <p:cNvPr id="65" name="Google Shape;65;p15"/>
            <p:cNvSpPr/>
            <p:nvPr/>
          </p:nvSpPr>
          <p:spPr>
            <a:xfrm>
              <a:off x="277500" y="277500"/>
              <a:ext cx="8589000" cy="4582500"/>
            </a:xfrm>
            <a:prstGeom prst="roundRect">
              <a:avLst>
                <a:gd fmla="val 6093" name="adj"/>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grpSp>
      <p:sp>
        <p:nvSpPr>
          <p:cNvPr id="66" name="Google Shape;66;p15"/>
          <p:cNvSpPr/>
          <p:nvPr/>
        </p:nvSpPr>
        <p:spPr>
          <a:xfrm>
            <a:off x="601356" y="3751056"/>
            <a:ext cx="576000" cy="576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67" name="Google Shape;67;p15"/>
          <p:cNvSpPr/>
          <p:nvPr/>
        </p:nvSpPr>
        <p:spPr>
          <a:xfrm>
            <a:off x="651558" y="3801258"/>
            <a:ext cx="475500" cy="475500"/>
          </a:xfrm>
          <a:prstGeom prst="ellipse">
            <a:avLst/>
          </a:prstGeom>
          <a:solidFill>
            <a:schemeClr val="accent5"/>
          </a:solidFill>
          <a:ln>
            <a:noFill/>
          </a:ln>
        </p:spPr>
        <p:txBody>
          <a:bodyPr anchorCtr="0" anchor="ctr" bIns="0" lIns="0" spcFirstLastPara="1" rIns="0" wrap="square" tIns="0">
            <a:noAutofit/>
          </a:bodyPr>
          <a:lstStyle/>
          <a:p>
            <a:pPr indent="0" lvl="0" marL="0" rtl="0" algn="ctr">
              <a:spcBef>
                <a:spcPts val="0"/>
              </a:spcBef>
              <a:spcAft>
                <a:spcPts val="0"/>
              </a:spcAft>
              <a:buNone/>
            </a:pPr>
            <a:r>
              <a:t/>
            </a:r>
            <a:endParaRPr sz="1700">
              <a:solidFill>
                <a:schemeClr val="lt1"/>
              </a:solidFill>
              <a:latin typeface="Arimo"/>
              <a:ea typeface="Arimo"/>
              <a:cs typeface="Arimo"/>
              <a:sym typeface="Arimo"/>
            </a:endParaRPr>
          </a:p>
        </p:txBody>
      </p:sp>
      <p:sp>
        <p:nvSpPr>
          <p:cNvPr id="68" name="Google Shape;68;p15"/>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600"/>
              <a:buFont typeface="Arimo"/>
              <a:buNone/>
              <a:defRPr sz="1600">
                <a:solidFill>
                  <a:schemeClr val="lt1"/>
                </a:solidFill>
                <a:latin typeface="Arimo"/>
                <a:ea typeface="Arimo"/>
                <a:cs typeface="Arimo"/>
                <a:sym typeface="Arimo"/>
              </a:defRPr>
            </a:lvl1pPr>
            <a:lvl2pPr lvl="1">
              <a:spcBef>
                <a:spcPts val="0"/>
              </a:spcBef>
              <a:spcAft>
                <a:spcPts val="0"/>
              </a:spcAft>
              <a:buClr>
                <a:schemeClr val="lt1"/>
              </a:buClr>
              <a:buSzPts val="1400"/>
              <a:buFont typeface="Arimo"/>
              <a:buNone/>
              <a:defRPr>
                <a:solidFill>
                  <a:schemeClr val="lt1"/>
                </a:solidFill>
                <a:latin typeface="Arimo"/>
                <a:ea typeface="Arimo"/>
                <a:cs typeface="Arimo"/>
                <a:sym typeface="Arimo"/>
              </a:defRPr>
            </a:lvl2pPr>
            <a:lvl3pPr lvl="2">
              <a:spcBef>
                <a:spcPts val="0"/>
              </a:spcBef>
              <a:spcAft>
                <a:spcPts val="0"/>
              </a:spcAft>
              <a:buClr>
                <a:schemeClr val="lt1"/>
              </a:buClr>
              <a:buSzPts val="1400"/>
              <a:buFont typeface="Arimo"/>
              <a:buNone/>
              <a:defRPr>
                <a:solidFill>
                  <a:schemeClr val="lt1"/>
                </a:solidFill>
                <a:latin typeface="Arimo"/>
                <a:ea typeface="Arimo"/>
                <a:cs typeface="Arimo"/>
                <a:sym typeface="Arimo"/>
              </a:defRPr>
            </a:lvl3pPr>
            <a:lvl4pPr lvl="3">
              <a:spcBef>
                <a:spcPts val="0"/>
              </a:spcBef>
              <a:spcAft>
                <a:spcPts val="0"/>
              </a:spcAft>
              <a:buClr>
                <a:schemeClr val="lt1"/>
              </a:buClr>
              <a:buSzPts val="1400"/>
              <a:buFont typeface="Arimo"/>
              <a:buNone/>
              <a:defRPr>
                <a:solidFill>
                  <a:schemeClr val="lt1"/>
                </a:solidFill>
                <a:latin typeface="Arimo"/>
                <a:ea typeface="Arimo"/>
                <a:cs typeface="Arimo"/>
                <a:sym typeface="Arimo"/>
              </a:defRPr>
            </a:lvl4pPr>
            <a:lvl5pPr lvl="4">
              <a:spcBef>
                <a:spcPts val="0"/>
              </a:spcBef>
              <a:spcAft>
                <a:spcPts val="0"/>
              </a:spcAft>
              <a:buClr>
                <a:schemeClr val="lt1"/>
              </a:buClr>
              <a:buSzPts val="1400"/>
              <a:buFont typeface="Arimo"/>
              <a:buNone/>
              <a:defRPr>
                <a:solidFill>
                  <a:schemeClr val="lt1"/>
                </a:solidFill>
                <a:latin typeface="Arimo"/>
                <a:ea typeface="Arimo"/>
                <a:cs typeface="Arimo"/>
                <a:sym typeface="Arimo"/>
              </a:defRPr>
            </a:lvl5pPr>
            <a:lvl6pPr lvl="5">
              <a:spcBef>
                <a:spcPts val="0"/>
              </a:spcBef>
              <a:spcAft>
                <a:spcPts val="0"/>
              </a:spcAft>
              <a:buClr>
                <a:schemeClr val="lt1"/>
              </a:buClr>
              <a:buSzPts val="1400"/>
              <a:buFont typeface="Arimo"/>
              <a:buNone/>
              <a:defRPr>
                <a:solidFill>
                  <a:schemeClr val="lt1"/>
                </a:solidFill>
                <a:latin typeface="Arimo"/>
                <a:ea typeface="Arimo"/>
                <a:cs typeface="Arimo"/>
                <a:sym typeface="Arimo"/>
              </a:defRPr>
            </a:lvl6pPr>
            <a:lvl7pPr lvl="6">
              <a:spcBef>
                <a:spcPts val="0"/>
              </a:spcBef>
              <a:spcAft>
                <a:spcPts val="0"/>
              </a:spcAft>
              <a:buClr>
                <a:schemeClr val="lt1"/>
              </a:buClr>
              <a:buSzPts val="1400"/>
              <a:buFont typeface="Arimo"/>
              <a:buNone/>
              <a:defRPr>
                <a:solidFill>
                  <a:schemeClr val="lt1"/>
                </a:solidFill>
                <a:latin typeface="Arimo"/>
                <a:ea typeface="Arimo"/>
                <a:cs typeface="Arimo"/>
                <a:sym typeface="Arimo"/>
              </a:defRPr>
            </a:lvl7pPr>
            <a:lvl8pPr lvl="7">
              <a:spcBef>
                <a:spcPts val="0"/>
              </a:spcBef>
              <a:spcAft>
                <a:spcPts val="0"/>
              </a:spcAft>
              <a:buClr>
                <a:schemeClr val="lt1"/>
              </a:buClr>
              <a:buSzPts val="1400"/>
              <a:buFont typeface="Arimo"/>
              <a:buNone/>
              <a:defRPr>
                <a:solidFill>
                  <a:schemeClr val="lt1"/>
                </a:solidFill>
                <a:latin typeface="Arimo"/>
                <a:ea typeface="Arimo"/>
                <a:cs typeface="Arimo"/>
                <a:sym typeface="Arimo"/>
              </a:defRPr>
            </a:lvl8pPr>
            <a:lvl9pPr lvl="8">
              <a:spcBef>
                <a:spcPts val="0"/>
              </a:spcBef>
              <a:spcAft>
                <a:spcPts val="0"/>
              </a:spcAft>
              <a:buClr>
                <a:schemeClr val="lt1"/>
              </a:buClr>
              <a:buSzPts val="1400"/>
              <a:buFont typeface="Arimo"/>
              <a:buNone/>
              <a:defRPr>
                <a:solidFill>
                  <a:schemeClr val="lt1"/>
                </a:solidFill>
                <a:latin typeface="Arimo"/>
                <a:ea typeface="Arimo"/>
                <a:cs typeface="Arimo"/>
                <a:sym typeface="Arimo"/>
              </a:defRPr>
            </a:lvl9pPr>
          </a:lstStyle>
          <a:p/>
        </p:txBody>
      </p:sp>
      <p:cxnSp>
        <p:nvCxnSpPr>
          <p:cNvPr id="69" name="Google Shape;69;p15"/>
          <p:cNvCxnSpPr/>
          <p:nvPr/>
        </p:nvCxnSpPr>
        <p:spPr>
          <a:xfrm rot="10800000">
            <a:off x="1341900" y="4039025"/>
            <a:ext cx="1014600" cy="0"/>
          </a:xfrm>
          <a:prstGeom prst="straightConnector1">
            <a:avLst/>
          </a:prstGeom>
          <a:noFill/>
          <a:ln cap="flat" cmpd="sng" w="9525">
            <a:solidFill>
              <a:schemeClr val="lt2"/>
            </a:solidFill>
            <a:prstDash val="solid"/>
            <a:round/>
            <a:headEnd len="med" w="med" type="oval"/>
            <a:tailEnd len="med" w="med" type="none"/>
          </a:ln>
        </p:spPr>
      </p:cxnSp>
      <p:sp>
        <p:nvSpPr>
          <p:cNvPr id="70" name="Google Shape;70;p1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71" name="Google Shape;71;p15"/>
          <p:cNvSpPr txBox="1"/>
          <p:nvPr>
            <p:ph type="title"/>
          </p:nvPr>
        </p:nvSpPr>
        <p:spPr>
          <a:xfrm>
            <a:off x="2598475" y="3493075"/>
            <a:ext cx="5985300" cy="994800"/>
          </a:xfrm>
          <a:prstGeom prst="rect">
            <a:avLst/>
          </a:prstGeom>
        </p:spPr>
        <p:txBody>
          <a:bodyPr anchorCtr="0" anchor="ctr"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4500"/>
            </a:lvl2pPr>
            <a:lvl3pPr lvl="2">
              <a:lnSpc>
                <a:spcPct val="80000"/>
              </a:lnSpc>
              <a:spcBef>
                <a:spcPts val="0"/>
              </a:spcBef>
              <a:spcAft>
                <a:spcPts val="0"/>
              </a:spcAft>
              <a:buNone/>
              <a:defRPr sz="4500"/>
            </a:lvl3pPr>
            <a:lvl4pPr lvl="3">
              <a:lnSpc>
                <a:spcPct val="80000"/>
              </a:lnSpc>
              <a:spcBef>
                <a:spcPts val="0"/>
              </a:spcBef>
              <a:spcAft>
                <a:spcPts val="0"/>
              </a:spcAft>
              <a:buNone/>
              <a:defRPr sz="4500"/>
            </a:lvl4pPr>
            <a:lvl5pPr lvl="4">
              <a:lnSpc>
                <a:spcPct val="80000"/>
              </a:lnSpc>
              <a:spcBef>
                <a:spcPts val="0"/>
              </a:spcBef>
              <a:spcAft>
                <a:spcPts val="0"/>
              </a:spcAft>
              <a:buNone/>
              <a:defRPr sz="4500"/>
            </a:lvl5pPr>
            <a:lvl6pPr lvl="5">
              <a:lnSpc>
                <a:spcPct val="80000"/>
              </a:lnSpc>
              <a:spcBef>
                <a:spcPts val="0"/>
              </a:spcBef>
              <a:spcAft>
                <a:spcPts val="0"/>
              </a:spcAft>
              <a:buNone/>
              <a:defRPr sz="4500"/>
            </a:lvl6pPr>
            <a:lvl7pPr lvl="6">
              <a:lnSpc>
                <a:spcPct val="80000"/>
              </a:lnSpc>
              <a:spcBef>
                <a:spcPts val="0"/>
              </a:spcBef>
              <a:spcAft>
                <a:spcPts val="0"/>
              </a:spcAft>
              <a:buNone/>
              <a:defRPr sz="4500"/>
            </a:lvl7pPr>
            <a:lvl8pPr lvl="7">
              <a:lnSpc>
                <a:spcPct val="80000"/>
              </a:lnSpc>
              <a:spcBef>
                <a:spcPts val="0"/>
              </a:spcBef>
              <a:spcAft>
                <a:spcPts val="0"/>
              </a:spcAft>
              <a:buNone/>
              <a:defRPr sz="4500"/>
            </a:lvl8pPr>
            <a:lvl9pPr lvl="8">
              <a:lnSpc>
                <a:spcPct val="80000"/>
              </a:lnSpc>
              <a:spcBef>
                <a:spcPts val="0"/>
              </a:spcBef>
              <a:spcAft>
                <a:spcPts val="0"/>
              </a:spcAft>
              <a:buNone/>
              <a:defRPr sz="4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CUSTOM_23">
    <p:bg>
      <p:bgPr>
        <a:solidFill>
          <a:schemeClr val="accent5"/>
        </a:solidFill>
      </p:bgPr>
    </p:bg>
    <p:spTree>
      <p:nvGrpSpPr>
        <p:cNvPr id="72" name="Shape 72"/>
        <p:cNvGrpSpPr/>
        <p:nvPr/>
      </p:nvGrpSpPr>
      <p:grpSpPr>
        <a:xfrm>
          <a:off x="0" y="0"/>
          <a:ext cx="0" cy="0"/>
          <a:chOff x="0" y="0"/>
          <a:chExt cx="0" cy="0"/>
        </a:xfrm>
      </p:grpSpPr>
      <p:sp>
        <p:nvSpPr>
          <p:cNvPr id="73" name="Google Shape;73;p16"/>
          <p:cNvSpPr/>
          <p:nvPr>
            <p:ph idx="2" type="pic"/>
          </p:nvPr>
        </p:nvSpPr>
        <p:spPr>
          <a:xfrm>
            <a:off x="277500" y="1963600"/>
            <a:ext cx="1333800" cy="1337100"/>
          </a:xfrm>
          <a:prstGeom prst="roundRect">
            <a:avLst>
              <a:gd fmla="val 14278" name="adj"/>
            </a:avLst>
          </a:prstGeom>
          <a:noFill/>
          <a:ln>
            <a:noFill/>
          </a:ln>
        </p:spPr>
      </p:sp>
      <p:sp>
        <p:nvSpPr>
          <p:cNvPr id="74" name="Google Shape;74;p16"/>
          <p:cNvSpPr/>
          <p:nvPr>
            <p:ph idx="3" type="pic"/>
          </p:nvPr>
        </p:nvSpPr>
        <p:spPr>
          <a:xfrm>
            <a:off x="1728225" y="1963600"/>
            <a:ext cx="1333800" cy="1337100"/>
          </a:xfrm>
          <a:prstGeom prst="roundRect">
            <a:avLst>
              <a:gd fmla="val 14278" name="adj"/>
            </a:avLst>
          </a:prstGeom>
          <a:noFill/>
          <a:ln>
            <a:noFill/>
          </a:ln>
        </p:spPr>
      </p:sp>
      <p:sp>
        <p:nvSpPr>
          <p:cNvPr id="75" name="Google Shape;75;p16"/>
          <p:cNvSpPr/>
          <p:nvPr>
            <p:ph idx="4" type="pic"/>
          </p:nvPr>
        </p:nvSpPr>
        <p:spPr>
          <a:xfrm>
            <a:off x="3179025" y="1963600"/>
            <a:ext cx="1333800" cy="1337100"/>
          </a:xfrm>
          <a:prstGeom prst="roundRect">
            <a:avLst>
              <a:gd fmla="val 14278" name="adj"/>
            </a:avLst>
          </a:prstGeom>
          <a:noFill/>
          <a:ln>
            <a:noFill/>
          </a:ln>
        </p:spPr>
      </p:sp>
      <p:sp>
        <p:nvSpPr>
          <p:cNvPr id="76" name="Google Shape;76;p16"/>
          <p:cNvSpPr/>
          <p:nvPr>
            <p:ph idx="5" type="pic"/>
          </p:nvPr>
        </p:nvSpPr>
        <p:spPr>
          <a:xfrm>
            <a:off x="4629825" y="1963600"/>
            <a:ext cx="1333800" cy="1337100"/>
          </a:xfrm>
          <a:prstGeom prst="roundRect">
            <a:avLst>
              <a:gd fmla="val 14278" name="adj"/>
            </a:avLst>
          </a:prstGeom>
          <a:noFill/>
          <a:ln>
            <a:noFill/>
          </a:ln>
        </p:spPr>
      </p:sp>
      <p:sp>
        <p:nvSpPr>
          <p:cNvPr id="77" name="Google Shape;77;p16"/>
          <p:cNvSpPr/>
          <p:nvPr>
            <p:ph idx="6" type="pic"/>
          </p:nvPr>
        </p:nvSpPr>
        <p:spPr>
          <a:xfrm>
            <a:off x="6080625" y="1963600"/>
            <a:ext cx="1333800" cy="1337100"/>
          </a:xfrm>
          <a:prstGeom prst="roundRect">
            <a:avLst>
              <a:gd fmla="val 14278" name="adj"/>
            </a:avLst>
          </a:prstGeom>
          <a:noFill/>
          <a:ln>
            <a:noFill/>
          </a:ln>
        </p:spPr>
      </p:sp>
      <p:sp>
        <p:nvSpPr>
          <p:cNvPr id="78" name="Google Shape;78;p16"/>
          <p:cNvSpPr/>
          <p:nvPr>
            <p:ph idx="7" type="pic"/>
          </p:nvPr>
        </p:nvSpPr>
        <p:spPr>
          <a:xfrm>
            <a:off x="7531425" y="1963600"/>
            <a:ext cx="1333800" cy="1337100"/>
          </a:xfrm>
          <a:prstGeom prst="roundRect">
            <a:avLst>
              <a:gd fmla="val 14278" name="adj"/>
            </a:avLst>
          </a:prstGeom>
          <a:noFill/>
          <a:ln>
            <a:noFill/>
          </a:ln>
        </p:spPr>
      </p:sp>
      <p:sp>
        <p:nvSpPr>
          <p:cNvPr id="79" name="Google Shape;79;p1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0" name="Google Shape;80;p16"/>
          <p:cNvSpPr txBox="1"/>
          <p:nvPr>
            <p:ph type="title"/>
          </p:nvPr>
        </p:nvSpPr>
        <p:spPr>
          <a:xfrm>
            <a:off x="277500" y="577275"/>
            <a:ext cx="7137000" cy="994800"/>
          </a:xfrm>
          <a:prstGeom prst="rect">
            <a:avLst/>
          </a:prstGeom>
        </p:spPr>
        <p:txBody>
          <a:bodyPr anchorCtr="0" anchor="t" bIns="0" lIns="0" spcFirstLastPara="1" rIns="0" wrap="square" tIns="0">
            <a:noAutofit/>
          </a:bodyPr>
          <a:lstStyle>
            <a:lvl1pPr lvl="0">
              <a:lnSpc>
                <a:spcPct val="80000"/>
              </a:lnSpc>
              <a:spcBef>
                <a:spcPts val="0"/>
              </a:spcBef>
              <a:spcAft>
                <a:spcPts val="0"/>
              </a:spcAft>
              <a:buNone/>
              <a:defRPr/>
            </a:lvl1pPr>
            <a:lvl2pPr lvl="1">
              <a:lnSpc>
                <a:spcPct val="80000"/>
              </a:lnSpc>
              <a:spcBef>
                <a:spcPts val="0"/>
              </a:spcBef>
              <a:spcAft>
                <a:spcPts val="0"/>
              </a:spcAft>
              <a:buNone/>
              <a:defRPr sz="3000"/>
            </a:lvl2pPr>
            <a:lvl3pPr lvl="2">
              <a:lnSpc>
                <a:spcPct val="80000"/>
              </a:lnSpc>
              <a:spcBef>
                <a:spcPts val="0"/>
              </a:spcBef>
              <a:spcAft>
                <a:spcPts val="0"/>
              </a:spcAft>
              <a:buNone/>
              <a:defRPr sz="3000"/>
            </a:lvl3pPr>
            <a:lvl4pPr lvl="3">
              <a:lnSpc>
                <a:spcPct val="80000"/>
              </a:lnSpc>
              <a:spcBef>
                <a:spcPts val="0"/>
              </a:spcBef>
              <a:spcAft>
                <a:spcPts val="0"/>
              </a:spcAft>
              <a:buNone/>
              <a:defRPr sz="3000"/>
            </a:lvl4pPr>
            <a:lvl5pPr lvl="4">
              <a:lnSpc>
                <a:spcPct val="80000"/>
              </a:lnSpc>
              <a:spcBef>
                <a:spcPts val="0"/>
              </a:spcBef>
              <a:spcAft>
                <a:spcPts val="0"/>
              </a:spcAft>
              <a:buNone/>
              <a:defRPr sz="3000"/>
            </a:lvl5pPr>
            <a:lvl6pPr lvl="5">
              <a:lnSpc>
                <a:spcPct val="80000"/>
              </a:lnSpc>
              <a:spcBef>
                <a:spcPts val="0"/>
              </a:spcBef>
              <a:spcAft>
                <a:spcPts val="0"/>
              </a:spcAft>
              <a:buNone/>
              <a:defRPr sz="3000"/>
            </a:lvl6pPr>
            <a:lvl7pPr lvl="6">
              <a:lnSpc>
                <a:spcPct val="80000"/>
              </a:lnSpc>
              <a:spcBef>
                <a:spcPts val="0"/>
              </a:spcBef>
              <a:spcAft>
                <a:spcPts val="0"/>
              </a:spcAft>
              <a:buNone/>
              <a:defRPr sz="3000"/>
            </a:lvl7pPr>
            <a:lvl8pPr lvl="7">
              <a:lnSpc>
                <a:spcPct val="80000"/>
              </a:lnSpc>
              <a:spcBef>
                <a:spcPts val="0"/>
              </a:spcBef>
              <a:spcAft>
                <a:spcPts val="0"/>
              </a:spcAft>
              <a:buNone/>
              <a:defRPr sz="3000"/>
            </a:lvl8pPr>
            <a:lvl9pPr lvl="8">
              <a:lnSpc>
                <a:spcPct val="80000"/>
              </a:lnSpc>
              <a:spcBef>
                <a:spcPts val="0"/>
              </a:spcBef>
              <a:spcAft>
                <a:spcPts val="0"/>
              </a:spcAft>
              <a:buNone/>
              <a:defRPr sz="3000"/>
            </a:lvl9pPr>
          </a:lstStyle>
          <a:p/>
        </p:txBody>
      </p:sp>
      <p:sp>
        <p:nvSpPr>
          <p:cNvPr id="81" name="Google Shape;81;p16"/>
          <p:cNvSpPr txBox="1"/>
          <p:nvPr>
            <p:ph idx="1" type="body"/>
          </p:nvPr>
        </p:nvSpPr>
        <p:spPr>
          <a:xfrm>
            <a:off x="3706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2" name="Google Shape;82;p16"/>
          <p:cNvSpPr txBox="1"/>
          <p:nvPr>
            <p:ph idx="8" type="body"/>
          </p:nvPr>
        </p:nvSpPr>
        <p:spPr>
          <a:xfrm>
            <a:off x="182162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3" name="Google Shape;83;p16"/>
          <p:cNvSpPr txBox="1"/>
          <p:nvPr>
            <p:ph idx="9" type="body"/>
          </p:nvPr>
        </p:nvSpPr>
        <p:spPr>
          <a:xfrm>
            <a:off x="327260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4" name="Google Shape;84;p16"/>
          <p:cNvSpPr txBox="1"/>
          <p:nvPr>
            <p:ph idx="13" type="body"/>
          </p:nvPr>
        </p:nvSpPr>
        <p:spPr>
          <a:xfrm>
            <a:off x="472358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5" name="Google Shape;85;p16"/>
          <p:cNvSpPr txBox="1"/>
          <p:nvPr>
            <p:ph idx="14" type="body"/>
          </p:nvPr>
        </p:nvSpPr>
        <p:spPr>
          <a:xfrm>
            <a:off x="617456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6" name="Google Shape;86;p16"/>
          <p:cNvSpPr txBox="1"/>
          <p:nvPr>
            <p:ph idx="15" type="body"/>
          </p:nvPr>
        </p:nvSpPr>
        <p:spPr>
          <a:xfrm>
            <a:off x="7625544" y="4380300"/>
            <a:ext cx="1333800" cy="5616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dk1"/>
              </a:buClr>
              <a:buSzPts val="800"/>
              <a:buChar char="●"/>
              <a:defRPr sz="800"/>
            </a:lvl1pPr>
            <a:lvl2pPr indent="-279400" lvl="1" marL="914400">
              <a:lnSpc>
                <a:spcPct val="115000"/>
              </a:lnSpc>
              <a:spcBef>
                <a:spcPts val="0"/>
              </a:spcBef>
              <a:spcAft>
                <a:spcPts val="0"/>
              </a:spcAft>
              <a:buClr>
                <a:schemeClr val="dk1"/>
              </a:buClr>
              <a:buSzPts val="800"/>
              <a:buChar char="○"/>
              <a:defRPr sz="800"/>
            </a:lvl2pPr>
            <a:lvl3pPr indent="-279400" lvl="2" marL="1371600">
              <a:lnSpc>
                <a:spcPct val="115000"/>
              </a:lnSpc>
              <a:spcBef>
                <a:spcPts val="0"/>
              </a:spcBef>
              <a:spcAft>
                <a:spcPts val="0"/>
              </a:spcAft>
              <a:buClr>
                <a:schemeClr val="dk1"/>
              </a:buClr>
              <a:buSzPts val="800"/>
              <a:buChar char="■"/>
              <a:defRPr sz="800"/>
            </a:lvl3pPr>
            <a:lvl4pPr indent="-279400" lvl="3" marL="1828800">
              <a:lnSpc>
                <a:spcPct val="115000"/>
              </a:lnSpc>
              <a:spcBef>
                <a:spcPts val="0"/>
              </a:spcBef>
              <a:spcAft>
                <a:spcPts val="0"/>
              </a:spcAft>
              <a:buClr>
                <a:schemeClr val="dk1"/>
              </a:buClr>
              <a:buSzPts val="800"/>
              <a:buChar char="●"/>
              <a:defRPr sz="800"/>
            </a:lvl4pPr>
            <a:lvl5pPr indent="-279400" lvl="4" marL="2286000">
              <a:lnSpc>
                <a:spcPct val="115000"/>
              </a:lnSpc>
              <a:spcBef>
                <a:spcPts val="0"/>
              </a:spcBef>
              <a:spcAft>
                <a:spcPts val="0"/>
              </a:spcAft>
              <a:buClr>
                <a:schemeClr val="dk1"/>
              </a:buClr>
              <a:buSzPts val="800"/>
              <a:buChar char="○"/>
              <a:defRPr sz="800"/>
            </a:lvl5pPr>
            <a:lvl6pPr indent="-279400" lvl="5" marL="2743200">
              <a:lnSpc>
                <a:spcPct val="115000"/>
              </a:lnSpc>
              <a:spcBef>
                <a:spcPts val="0"/>
              </a:spcBef>
              <a:spcAft>
                <a:spcPts val="0"/>
              </a:spcAft>
              <a:buClr>
                <a:schemeClr val="dk1"/>
              </a:buClr>
              <a:buSzPts val="800"/>
              <a:buChar char="■"/>
              <a:defRPr sz="800"/>
            </a:lvl6pPr>
            <a:lvl7pPr indent="-279400" lvl="6" marL="3200400">
              <a:lnSpc>
                <a:spcPct val="115000"/>
              </a:lnSpc>
              <a:spcBef>
                <a:spcPts val="0"/>
              </a:spcBef>
              <a:spcAft>
                <a:spcPts val="0"/>
              </a:spcAft>
              <a:buClr>
                <a:schemeClr val="dk1"/>
              </a:buClr>
              <a:buSzPts val="800"/>
              <a:buChar char="●"/>
              <a:defRPr sz="800"/>
            </a:lvl7pPr>
            <a:lvl8pPr indent="-279400" lvl="7" marL="3657600">
              <a:lnSpc>
                <a:spcPct val="115000"/>
              </a:lnSpc>
              <a:spcBef>
                <a:spcPts val="0"/>
              </a:spcBef>
              <a:spcAft>
                <a:spcPts val="0"/>
              </a:spcAft>
              <a:buClr>
                <a:schemeClr val="dk1"/>
              </a:buClr>
              <a:buSzPts val="800"/>
              <a:buChar char="○"/>
              <a:defRPr sz="800"/>
            </a:lvl8pPr>
            <a:lvl9pPr indent="-279400" lvl="8" marL="4114800">
              <a:lnSpc>
                <a:spcPct val="115000"/>
              </a:lnSpc>
              <a:spcBef>
                <a:spcPts val="0"/>
              </a:spcBef>
              <a:spcAft>
                <a:spcPts val="0"/>
              </a:spcAft>
              <a:buClr>
                <a:schemeClr val="dk1"/>
              </a:buClr>
              <a:buSzPts val="800"/>
              <a:buChar char="■"/>
              <a:defRPr sz="800"/>
            </a:lvl9pPr>
          </a:lstStyle>
          <a:p/>
        </p:txBody>
      </p:sp>
      <p:sp>
        <p:nvSpPr>
          <p:cNvPr id="87" name="Google Shape;87;p16"/>
          <p:cNvSpPr txBox="1"/>
          <p:nvPr>
            <p:ph idx="16" type="subTitle"/>
          </p:nvPr>
        </p:nvSpPr>
        <p:spPr>
          <a:xfrm>
            <a:off x="3706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8" name="Google Shape;88;p16"/>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89" name="Google Shape;89;p16"/>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0" name="Google Shape;90;p16"/>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1" name="Google Shape;91;p16"/>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2" name="Google Shape;92;p16"/>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lvl1pPr lvl="0">
              <a:spcBef>
                <a:spcPts val="0"/>
              </a:spcBef>
              <a:spcAft>
                <a:spcPts val="0"/>
              </a:spcAft>
              <a:buSzPts val="1000"/>
              <a:buFont typeface="Arimo"/>
              <a:buNone/>
              <a:defRPr b="1" sz="1000">
                <a:latin typeface="Arimo"/>
                <a:ea typeface="Arimo"/>
                <a:cs typeface="Arimo"/>
                <a:sym typeface="Arimo"/>
              </a:defRPr>
            </a:lvl1pPr>
            <a:lvl2pPr lvl="1">
              <a:spcBef>
                <a:spcPts val="0"/>
              </a:spcBef>
              <a:spcAft>
                <a:spcPts val="0"/>
              </a:spcAft>
              <a:buSzPts val="1000"/>
              <a:buFont typeface="Arimo"/>
              <a:buNone/>
              <a:defRPr b="1" sz="1000">
                <a:latin typeface="Arimo"/>
                <a:ea typeface="Arimo"/>
                <a:cs typeface="Arimo"/>
                <a:sym typeface="Arimo"/>
              </a:defRPr>
            </a:lvl2pPr>
            <a:lvl3pPr lvl="2">
              <a:spcBef>
                <a:spcPts val="0"/>
              </a:spcBef>
              <a:spcAft>
                <a:spcPts val="0"/>
              </a:spcAft>
              <a:buSzPts val="1000"/>
              <a:buFont typeface="Arimo"/>
              <a:buNone/>
              <a:defRPr b="1" sz="1000">
                <a:latin typeface="Arimo"/>
                <a:ea typeface="Arimo"/>
                <a:cs typeface="Arimo"/>
                <a:sym typeface="Arimo"/>
              </a:defRPr>
            </a:lvl3pPr>
            <a:lvl4pPr lvl="3">
              <a:spcBef>
                <a:spcPts val="0"/>
              </a:spcBef>
              <a:spcAft>
                <a:spcPts val="0"/>
              </a:spcAft>
              <a:buSzPts val="1000"/>
              <a:buFont typeface="Arimo"/>
              <a:buNone/>
              <a:defRPr b="1" sz="1000">
                <a:latin typeface="Arimo"/>
                <a:ea typeface="Arimo"/>
                <a:cs typeface="Arimo"/>
                <a:sym typeface="Arimo"/>
              </a:defRPr>
            </a:lvl4pPr>
            <a:lvl5pPr lvl="4">
              <a:spcBef>
                <a:spcPts val="0"/>
              </a:spcBef>
              <a:spcAft>
                <a:spcPts val="0"/>
              </a:spcAft>
              <a:buSzPts val="1000"/>
              <a:buFont typeface="Arimo"/>
              <a:buNone/>
              <a:defRPr b="1" sz="1000">
                <a:latin typeface="Arimo"/>
                <a:ea typeface="Arimo"/>
                <a:cs typeface="Arimo"/>
                <a:sym typeface="Arimo"/>
              </a:defRPr>
            </a:lvl5pPr>
            <a:lvl6pPr lvl="5">
              <a:spcBef>
                <a:spcPts val="0"/>
              </a:spcBef>
              <a:spcAft>
                <a:spcPts val="0"/>
              </a:spcAft>
              <a:buSzPts val="1000"/>
              <a:buFont typeface="Arimo"/>
              <a:buNone/>
              <a:defRPr b="1" sz="1000">
                <a:latin typeface="Arimo"/>
                <a:ea typeface="Arimo"/>
                <a:cs typeface="Arimo"/>
                <a:sym typeface="Arimo"/>
              </a:defRPr>
            </a:lvl6pPr>
            <a:lvl7pPr lvl="6">
              <a:spcBef>
                <a:spcPts val="0"/>
              </a:spcBef>
              <a:spcAft>
                <a:spcPts val="0"/>
              </a:spcAft>
              <a:buSzPts val="1000"/>
              <a:buFont typeface="Arimo"/>
              <a:buNone/>
              <a:defRPr b="1" sz="1000">
                <a:latin typeface="Arimo"/>
                <a:ea typeface="Arimo"/>
                <a:cs typeface="Arimo"/>
                <a:sym typeface="Arimo"/>
              </a:defRPr>
            </a:lvl7pPr>
            <a:lvl8pPr lvl="7">
              <a:spcBef>
                <a:spcPts val="0"/>
              </a:spcBef>
              <a:spcAft>
                <a:spcPts val="0"/>
              </a:spcAft>
              <a:buSzPts val="1000"/>
              <a:buFont typeface="Arimo"/>
              <a:buNone/>
              <a:defRPr b="1" sz="1000">
                <a:latin typeface="Arimo"/>
                <a:ea typeface="Arimo"/>
                <a:cs typeface="Arimo"/>
                <a:sym typeface="Arimo"/>
              </a:defRPr>
            </a:lvl8pPr>
            <a:lvl9pPr lvl="8">
              <a:spcBef>
                <a:spcPts val="0"/>
              </a:spcBef>
              <a:spcAft>
                <a:spcPts val="0"/>
              </a:spcAft>
              <a:buSzPts val="1000"/>
              <a:buFont typeface="Arimo"/>
              <a:buNone/>
              <a:defRPr b="1" sz="1000">
                <a:latin typeface="Arimo"/>
                <a:ea typeface="Arimo"/>
                <a:cs typeface="Arimo"/>
                <a:sym typeface="Arimo"/>
              </a:defRPr>
            </a:lvl9pPr>
          </a:lstStyle>
          <a:p/>
        </p:txBody>
      </p:sp>
      <p:sp>
        <p:nvSpPr>
          <p:cNvPr id="93" name="Google Shape;93;p16"/>
          <p:cNvSpPr txBox="1"/>
          <p:nvPr>
            <p:ph idx="22" type="subTitle"/>
          </p:nvPr>
        </p:nvSpPr>
        <p:spPr>
          <a:xfrm>
            <a:off x="277500" y="291038"/>
            <a:ext cx="1743300" cy="123000"/>
          </a:xfrm>
          <a:prstGeom prst="rect">
            <a:avLst/>
          </a:prstGeom>
        </p:spPr>
        <p:txBody>
          <a:bodyPr anchorCtr="0" anchor="ctr" bIns="0" lIns="0" spcFirstLastPara="1" rIns="0" wrap="square" tIns="0">
            <a:noAutofit/>
          </a:bodyPr>
          <a:lstStyle>
            <a:lvl1pPr lvl="0">
              <a:lnSpc>
                <a:spcPct val="115000"/>
              </a:lnSpc>
              <a:spcBef>
                <a:spcPts val="0"/>
              </a:spcBef>
              <a:spcAft>
                <a:spcPts val="0"/>
              </a:spcAft>
              <a:buClr>
                <a:schemeClr val="lt1"/>
              </a:buClr>
              <a:buSzPts val="1100"/>
              <a:buNone/>
              <a:defRPr sz="800">
                <a:latin typeface="Arimo"/>
                <a:ea typeface="Arimo"/>
                <a:cs typeface="Arimo"/>
                <a:sym typeface="Arimo"/>
              </a:defRPr>
            </a:lvl1pPr>
            <a:lvl2pPr lvl="1">
              <a:spcBef>
                <a:spcPts val="0"/>
              </a:spcBef>
              <a:spcAft>
                <a:spcPts val="0"/>
              </a:spcAft>
              <a:buSzPts val="800"/>
              <a:buFont typeface="Arimo"/>
              <a:buNone/>
              <a:defRPr sz="800">
                <a:latin typeface="Arimo"/>
                <a:ea typeface="Arimo"/>
                <a:cs typeface="Arimo"/>
                <a:sym typeface="Arimo"/>
              </a:defRPr>
            </a:lvl2pPr>
            <a:lvl3pPr lvl="2">
              <a:spcBef>
                <a:spcPts val="0"/>
              </a:spcBef>
              <a:spcAft>
                <a:spcPts val="0"/>
              </a:spcAft>
              <a:buSzPts val="800"/>
              <a:buFont typeface="Arimo"/>
              <a:buNone/>
              <a:defRPr sz="800">
                <a:latin typeface="Arimo"/>
                <a:ea typeface="Arimo"/>
                <a:cs typeface="Arimo"/>
                <a:sym typeface="Arimo"/>
              </a:defRPr>
            </a:lvl3pPr>
            <a:lvl4pPr lvl="3">
              <a:spcBef>
                <a:spcPts val="0"/>
              </a:spcBef>
              <a:spcAft>
                <a:spcPts val="0"/>
              </a:spcAft>
              <a:buSzPts val="800"/>
              <a:buFont typeface="Arimo"/>
              <a:buNone/>
              <a:defRPr sz="800">
                <a:latin typeface="Arimo"/>
                <a:ea typeface="Arimo"/>
                <a:cs typeface="Arimo"/>
                <a:sym typeface="Arimo"/>
              </a:defRPr>
            </a:lvl4pPr>
            <a:lvl5pPr lvl="4">
              <a:spcBef>
                <a:spcPts val="0"/>
              </a:spcBef>
              <a:spcAft>
                <a:spcPts val="0"/>
              </a:spcAft>
              <a:buSzPts val="800"/>
              <a:buFont typeface="Arimo"/>
              <a:buNone/>
              <a:defRPr sz="800">
                <a:latin typeface="Arimo"/>
                <a:ea typeface="Arimo"/>
                <a:cs typeface="Arimo"/>
                <a:sym typeface="Arimo"/>
              </a:defRPr>
            </a:lvl5pPr>
            <a:lvl6pPr lvl="5">
              <a:spcBef>
                <a:spcPts val="0"/>
              </a:spcBef>
              <a:spcAft>
                <a:spcPts val="0"/>
              </a:spcAft>
              <a:buSzPts val="800"/>
              <a:buFont typeface="Arimo"/>
              <a:buNone/>
              <a:defRPr sz="800">
                <a:latin typeface="Arimo"/>
                <a:ea typeface="Arimo"/>
                <a:cs typeface="Arimo"/>
                <a:sym typeface="Arimo"/>
              </a:defRPr>
            </a:lvl6pPr>
            <a:lvl7pPr lvl="6">
              <a:spcBef>
                <a:spcPts val="0"/>
              </a:spcBef>
              <a:spcAft>
                <a:spcPts val="0"/>
              </a:spcAft>
              <a:buSzPts val="800"/>
              <a:buFont typeface="Arimo"/>
              <a:buNone/>
              <a:defRPr sz="800">
                <a:latin typeface="Arimo"/>
                <a:ea typeface="Arimo"/>
                <a:cs typeface="Arimo"/>
                <a:sym typeface="Arimo"/>
              </a:defRPr>
            </a:lvl7pPr>
            <a:lvl8pPr lvl="7">
              <a:spcBef>
                <a:spcPts val="0"/>
              </a:spcBef>
              <a:spcAft>
                <a:spcPts val="0"/>
              </a:spcAft>
              <a:buSzPts val="800"/>
              <a:buFont typeface="Arimo"/>
              <a:buNone/>
              <a:defRPr sz="800">
                <a:latin typeface="Arimo"/>
                <a:ea typeface="Arimo"/>
                <a:cs typeface="Arimo"/>
                <a:sym typeface="Arimo"/>
              </a:defRPr>
            </a:lvl8pPr>
            <a:lvl9pPr lvl="8">
              <a:spcBef>
                <a:spcPts val="0"/>
              </a:spcBef>
              <a:spcAft>
                <a:spcPts val="0"/>
              </a:spcAft>
              <a:buSzPts val="800"/>
              <a:buFont typeface="Arimo"/>
              <a:buNone/>
              <a:defRPr sz="800">
                <a:latin typeface="Arimo"/>
                <a:ea typeface="Arimo"/>
                <a:cs typeface="Arimo"/>
                <a:sym typeface="Arimo"/>
              </a:defRPr>
            </a:lvl9pPr>
          </a:lstStyle>
          <a:p/>
        </p:txBody>
      </p:sp>
      <p:sp>
        <p:nvSpPr>
          <p:cNvPr id="94" name="Google Shape;94;p16"/>
          <p:cNvSpPr txBox="1"/>
          <p:nvPr>
            <p:ph idx="23" type="subTitle"/>
          </p:nvPr>
        </p:nvSpPr>
        <p:spPr>
          <a:xfrm>
            <a:off x="7151050" y="290218"/>
            <a:ext cx="1715400" cy="123000"/>
          </a:xfrm>
          <a:prstGeom prst="rect">
            <a:avLst/>
          </a:prstGeom>
        </p:spPr>
        <p:txBody>
          <a:bodyPr anchorCtr="0" anchor="ctr" bIns="0" lIns="0" spcFirstLastPara="1" rIns="0" wrap="square" tIns="0">
            <a:noAutofit/>
          </a:bodyPr>
          <a:lstStyle>
            <a:lvl1pPr lvl="0" algn="r">
              <a:lnSpc>
                <a:spcPct val="115000"/>
              </a:lnSpc>
              <a:spcBef>
                <a:spcPts val="0"/>
              </a:spcBef>
              <a:spcAft>
                <a:spcPts val="0"/>
              </a:spcAft>
              <a:buClr>
                <a:schemeClr val="lt1"/>
              </a:buClr>
              <a:buSzPts val="1100"/>
              <a:buNone/>
              <a:defRPr sz="800">
                <a:latin typeface="Arimo"/>
                <a:ea typeface="Arimo"/>
                <a:cs typeface="Arimo"/>
                <a:sym typeface="Arimo"/>
              </a:defRPr>
            </a:lvl1pPr>
            <a:lvl2pPr lvl="1" algn="r">
              <a:spcBef>
                <a:spcPts val="0"/>
              </a:spcBef>
              <a:spcAft>
                <a:spcPts val="0"/>
              </a:spcAft>
              <a:buSzPts val="1400"/>
              <a:buFont typeface="Arimo"/>
              <a:buNone/>
              <a:defRPr>
                <a:latin typeface="Arimo"/>
                <a:ea typeface="Arimo"/>
                <a:cs typeface="Arimo"/>
                <a:sym typeface="Arimo"/>
              </a:defRPr>
            </a:lvl2pPr>
            <a:lvl3pPr lvl="2" algn="r">
              <a:spcBef>
                <a:spcPts val="0"/>
              </a:spcBef>
              <a:spcAft>
                <a:spcPts val="0"/>
              </a:spcAft>
              <a:buSzPts val="1400"/>
              <a:buFont typeface="Arimo"/>
              <a:buNone/>
              <a:defRPr>
                <a:latin typeface="Arimo"/>
                <a:ea typeface="Arimo"/>
                <a:cs typeface="Arimo"/>
                <a:sym typeface="Arimo"/>
              </a:defRPr>
            </a:lvl3pPr>
            <a:lvl4pPr lvl="3" algn="r">
              <a:spcBef>
                <a:spcPts val="0"/>
              </a:spcBef>
              <a:spcAft>
                <a:spcPts val="0"/>
              </a:spcAft>
              <a:buSzPts val="1400"/>
              <a:buFont typeface="Arimo"/>
              <a:buNone/>
              <a:defRPr>
                <a:latin typeface="Arimo"/>
                <a:ea typeface="Arimo"/>
                <a:cs typeface="Arimo"/>
                <a:sym typeface="Arimo"/>
              </a:defRPr>
            </a:lvl4pPr>
            <a:lvl5pPr lvl="4" algn="r">
              <a:spcBef>
                <a:spcPts val="0"/>
              </a:spcBef>
              <a:spcAft>
                <a:spcPts val="0"/>
              </a:spcAft>
              <a:buSzPts val="1400"/>
              <a:buFont typeface="Arimo"/>
              <a:buNone/>
              <a:defRPr>
                <a:latin typeface="Arimo"/>
                <a:ea typeface="Arimo"/>
                <a:cs typeface="Arimo"/>
                <a:sym typeface="Arimo"/>
              </a:defRPr>
            </a:lvl5pPr>
            <a:lvl6pPr lvl="5" algn="r">
              <a:spcBef>
                <a:spcPts val="0"/>
              </a:spcBef>
              <a:spcAft>
                <a:spcPts val="0"/>
              </a:spcAft>
              <a:buSzPts val="1400"/>
              <a:buFont typeface="Arimo"/>
              <a:buNone/>
              <a:defRPr>
                <a:latin typeface="Arimo"/>
                <a:ea typeface="Arimo"/>
                <a:cs typeface="Arimo"/>
                <a:sym typeface="Arimo"/>
              </a:defRPr>
            </a:lvl6pPr>
            <a:lvl7pPr lvl="6" algn="r">
              <a:spcBef>
                <a:spcPts val="0"/>
              </a:spcBef>
              <a:spcAft>
                <a:spcPts val="0"/>
              </a:spcAft>
              <a:buSzPts val="1400"/>
              <a:buFont typeface="Arimo"/>
              <a:buNone/>
              <a:defRPr>
                <a:latin typeface="Arimo"/>
                <a:ea typeface="Arimo"/>
                <a:cs typeface="Arimo"/>
                <a:sym typeface="Arimo"/>
              </a:defRPr>
            </a:lvl7pPr>
            <a:lvl8pPr lvl="7" algn="r">
              <a:spcBef>
                <a:spcPts val="0"/>
              </a:spcBef>
              <a:spcAft>
                <a:spcPts val="0"/>
              </a:spcAft>
              <a:buSzPts val="1400"/>
              <a:buFont typeface="Arimo"/>
              <a:buNone/>
              <a:defRPr>
                <a:latin typeface="Arimo"/>
                <a:ea typeface="Arimo"/>
                <a:cs typeface="Arimo"/>
                <a:sym typeface="Arimo"/>
              </a:defRPr>
            </a:lvl8pPr>
            <a:lvl9pPr lvl="8" algn="r">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cards">
  <p:cSld name="CUSTOM_24">
    <p:bg>
      <p:bgPr>
        <a:solidFill>
          <a:schemeClr val="accent5"/>
        </a:solidFill>
      </p:bgPr>
    </p:bg>
    <p:spTree>
      <p:nvGrpSpPr>
        <p:cNvPr id="95" name="Shape 95"/>
        <p:cNvGrpSpPr/>
        <p:nvPr/>
      </p:nvGrpSpPr>
      <p:grpSpPr>
        <a:xfrm>
          <a:off x="0" y="0"/>
          <a:ext cx="0" cy="0"/>
          <a:chOff x="0" y="0"/>
          <a:chExt cx="0" cy="0"/>
        </a:xfrm>
      </p:grpSpPr>
      <p:sp>
        <p:nvSpPr>
          <p:cNvPr id="96" name="Google Shape;96;p17"/>
          <p:cNvSpPr txBox="1"/>
          <p:nvPr>
            <p:ph idx="1" type="subTitle"/>
          </p:nvPr>
        </p:nvSpPr>
        <p:spPr>
          <a:xfrm>
            <a:off x="417936"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7" name="Google Shape;97;p17"/>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8" name="Google Shape;98;p17"/>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99" name="Google Shape;99;p17"/>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0" name="Google Shape;100;p17"/>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lnSpc>
                <a:spcPct val="115000"/>
              </a:lnSpc>
              <a:spcBef>
                <a:spcPts val="0"/>
              </a:spcBef>
              <a:spcAft>
                <a:spcPts val="0"/>
              </a:spcAft>
              <a:buNone/>
              <a:defRPr b="1" sz="1000">
                <a:latin typeface="Arimo"/>
                <a:ea typeface="Arimo"/>
                <a:cs typeface="Arimo"/>
                <a:sym typeface="Arimo"/>
              </a:defRPr>
            </a:lvl2pPr>
            <a:lvl3pPr lvl="2">
              <a:lnSpc>
                <a:spcPct val="115000"/>
              </a:lnSpc>
              <a:spcBef>
                <a:spcPts val="0"/>
              </a:spcBef>
              <a:spcAft>
                <a:spcPts val="0"/>
              </a:spcAft>
              <a:buNone/>
              <a:defRPr b="1" sz="1000">
                <a:latin typeface="Arimo"/>
                <a:ea typeface="Arimo"/>
                <a:cs typeface="Arimo"/>
                <a:sym typeface="Arimo"/>
              </a:defRPr>
            </a:lvl3pPr>
            <a:lvl4pPr lvl="3">
              <a:lnSpc>
                <a:spcPct val="115000"/>
              </a:lnSpc>
              <a:spcBef>
                <a:spcPts val="0"/>
              </a:spcBef>
              <a:spcAft>
                <a:spcPts val="0"/>
              </a:spcAft>
              <a:buNone/>
              <a:defRPr b="1" sz="1000">
                <a:latin typeface="Arimo"/>
                <a:ea typeface="Arimo"/>
                <a:cs typeface="Arimo"/>
                <a:sym typeface="Arimo"/>
              </a:defRPr>
            </a:lvl4pPr>
            <a:lvl5pPr lvl="4">
              <a:lnSpc>
                <a:spcPct val="115000"/>
              </a:lnSpc>
              <a:spcBef>
                <a:spcPts val="0"/>
              </a:spcBef>
              <a:spcAft>
                <a:spcPts val="0"/>
              </a:spcAft>
              <a:buNone/>
              <a:defRPr b="1" sz="1000">
                <a:latin typeface="Arimo"/>
                <a:ea typeface="Arimo"/>
                <a:cs typeface="Arimo"/>
                <a:sym typeface="Arimo"/>
              </a:defRPr>
            </a:lvl5pPr>
            <a:lvl6pPr lvl="5">
              <a:lnSpc>
                <a:spcPct val="115000"/>
              </a:lnSpc>
              <a:spcBef>
                <a:spcPts val="0"/>
              </a:spcBef>
              <a:spcAft>
                <a:spcPts val="0"/>
              </a:spcAft>
              <a:buNone/>
              <a:defRPr b="1" sz="1000">
                <a:latin typeface="Arimo"/>
                <a:ea typeface="Arimo"/>
                <a:cs typeface="Arimo"/>
                <a:sym typeface="Arimo"/>
              </a:defRPr>
            </a:lvl6pPr>
            <a:lvl7pPr lvl="6">
              <a:lnSpc>
                <a:spcPct val="115000"/>
              </a:lnSpc>
              <a:spcBef>
                <a:spcPts val="0"/>
              </a:spcBef>
              <a:spcAft>
                <a:spcPts val="0"/>
              </a:spcAft>
              <a:buNone/>
              <a:defRPr b="1" sz="1000">
                <a:latin typeface="Arimo"/>
                <a:ea typeface="Arimo"/>
                <a:cs typeface="Arimo"/>
                <a:sym typeface="Arimo"/>
              </a:defRPr>
            </a:lvl7pPr>
            <a:lvl8pPr lvl="7">
              <a:lnSpc>
                <a:spcPct val="115000"/>
              </a:lnSpc>
              <a:spcBef>
                <a:spcPts val="0"/>
              </a:spcBef>
              <a:spcAft>
                <a:spcPts val="0"/>
              </a:spcAft>
              <a:buNone/>
              <a:defRPr b="1" sz="1000">
                <a:latin typeface="Arimo"/>
                <a:ea typeface="Arimo"/>
                <a:cs typeface="Arimo"/>
                <a:sym typeface="Arimo"/>
              </a:defRPr>
            </a:lvl8pPr>
            <a:lvl9pPr lvl="8">
              <a:lnSpc>
                <a:spcPct val="115000"/>
              </a:lnSpc>
              <a:spcBef>
                <a:spcPts val="0"/>
              </a:spcBef>
              <a:spcAft>
                <a:spcPts val="0"/>
              </a:spcAft>
              <a:buNone/>
              <a:defRPr b="1" sz="1000">
                <a:latin typeface="Arimo"/>
                <a:ea typeface="Arimo"/>
                <a:cs typeface="Arimo"/>
                <a:sym typeface="Arimo"/>
              </a:defRPr>
            </a:lvl9pPr>
          </a:lstStyle>
          <a:p/>
        </p:txBody>
      </p:sp>
      <p:sp>
        <p:nvSpPr>
          <p:cNvPr id="101" name="Google Shape;101;p17"/>
          <p:cNvSpPr txBox="1"/>
          <p:nvPr>
            <p:ph idx="6" type="body"/>
          </p:nvPr>
        </p:nvSpPr>
        <p:spPr>
          <a:xfrm>
            <a:off x="417811" y="3433000"/>
            <a:ext cx="1337400" cy="1176900"/>
          </a:xfrm>
          <a:prstGeom prst="rect">
            <a:avLst/>
          </a:prstGeom>
        </p:spPr>
        <p:txBody>
          <a:bodyPr anchorCtr="0" anchor="t" bIns="0" lIns="0" spcFirstLastPara="1" rIns="0" wrap="square" tIns="0">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2" name="Google Shape;102;p17"/>
          <p:cNvSpPr txBox="1"/>
          <p:nvPr>
            <p:ph idx="7" type="body"/>
          </p:nvPr>
        </p:nvSpPr>
        <p:spPr>
          <a:xfrm>
            <a:off x="21673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3" name="Google Shape;103;p17"/>
          <p:cNvSpPr txBox="1"/>
          <p:nvPr>
            <p:ph idx="8" type="body"/>
          </p:nvPr>
        </p:nvSpPr>
        <p:spPr>
          <a:xfrm>
            <a:off x="3903300"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4" name="Google Shape;104;p17"/>
          <p:cNvSpPr txBox="1"/>
          <p:nvPr>
            <p:ph idx="9" type="body"/>
          </p:nvPr>
        </p:nvSpPr>
        <p:spPr>
          <a:xfrm>
            <a:off x="5648625"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5" name="Google Shape;105;p17"/>
          <p:cNvSpPr txBox="1"/>
          <p:nvPr>
            <p:ph idx="13" type="body"/>
          </p:nvPr>
        </p:nvSpPr>
        <p:spPr>
          <a:xfrm>
            <a:off x="7385291" y="3433000"/>
            <a:ext cx="1337400" cy="1176900"/>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None/>
              <a:defRPr sz="900"/>
            </a:lvl1pPr>
            <a:lvl2pPr indent="-228600" lvl="1" marL="914400">
              <a:spcBef>
                <a:spcPts val="0"/>
              </a:spcBef>
              <a:spcAft>
                <a:spcPts val="0"/>
              </a:spcAft>
              <a:buNone/>
              <a:defRPr sz="900"/>
            </a:lvl2pPr>
            <a:lvl3pPr indent="-228600" lvl="2" marL="1371600">
              <a:spcBef>
                <a:spcPts val="0"/>
              </a:spcBef>
              <a:spcAft>
                <a:spcPts val="0"/>
              </a:spcAft>
              <a:buNone/>
              <a:defRPr sz="900"/>
            </a:lvl3pPr>
            <a:lvl4pPr indent="-228600" lvl="3" marL="1828800">
              <a:spcBef>
                <a:spcPts val="0"/>
              </a:spcBef>
              <a:spcAft>
                <a:spcPts val="0"/>
              </a:spcAft>
              <a:buNone/>
              <a:defRPr sz="900"/>
            </a:lvl4pPr>
            <a:lvl5pPr indent="-228600" lvl="4" marL="2286000">
              <a:spcBef>
                <a:spcPts val="0"/>
              </a:spcBef>
              <a:spcAft>
                <a:spcPts val="0"/>
              </a:spcAft>
              <a:buNone/>
              <a:defRPr sz="900"/>
            </a:lvl5pPr>
            <a:lvl6pPr indent="-228600" lvl="5" marL="2743200">
              <a:spcBef>
                <a:spcPts val="0"/>
              </a:spcBef>
              <a:spcAft>
                <a:spcPts val="0"/>
              </a:spcAft>
              <a:buNone/>
              <a:defRPr sz="900"/>
            </a:lvl6pPr>
            <a:lvl7pPr indent="-228600" lvl="6" marL="3200400">
              <a:spcBef>
                <a:spcPts val="0"/>
              </a:spcBef>
              <a:spcAft>
                <a:spcPts val="0"/>
              </a:spcAft>
              <a:buNone/>
              <a:defRPr sz="900"/>
            </a:lvl7pPr>
            <a:lvl8pPr indent="-228600" lvl="7" marL="3657600">
              <a:spcBef>
                <a:spcPts val="0"/>
              </a:spcBef>
              <a:spcAft>
                <a:spcPts val="0"/>
              </a:spcAft>
              <a:buNone/>
              <a:defRPr sz="900"/>
            </a:lvl8pPr>
            <a:lvl9pPr indent="-228600" lvl="8" marL="4114800">
              <a:spcBef>
                <a:spcPts val="0"/>
              </a:spcBef>
              <a:spcAft>
                <a:spcPts val="0"/>
              </a:spcAft>
              <a:buNone/>
              <a:defRPr sz="900"/>
            </a:lvl9pPr>
          </a:lstStyle>
          <a:p/>
        </p:txBody>
      </p:sp>
      <p:sp>
        <p:nvSpPr>
          <p:cNvPr id="106" name="Google Shape;106;p17"/>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7" name="Google Shape;107;p17"/>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08" name="Google Shape;108;p1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09" name="Google Shape;109;p1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CUSTOM_25">
    <p:bg>
      <p:bgPr>
        <a:solidFill>
          <a:schemeClr val="accent5"/>
        </a:solidFill>
      </p:bgPr>
    </p:bg>
    <p:spTree>
      <p:nvGrpSpPr>
        <p:cNvPr id="110" name="Shape 110"/>
        <p:cNvGrpSpPr/>
        <p:nvPr/>
      </p:nvGrpSpPr>
      <p:grpSpPr>
        <a:xfrm>
          <a:off x="0" y="0"/>
          <a:ext cx="0" cy="0"/>
          <a:chOff x="0" y="0"/>
          <a:chExt cx="0" cy="0"/>
        </a:xfrm>
      </p:grpSpPr>
      <p:sp>
        <p:nvSpPr>
          <p:cNvPr id="111" name="Google Shape;111;p18"/>
          <p:cNvSpPr/>
          <p:nvPr>
            <p:ph idx="2" type="pic"/>
          </p:nvPr>
        </p:nvSpPr>
        <p:spPr>
          <a:xfrm>
            <a:off x="0" y="0"/>
            <a:ext cx="9144000" cy="5143500"/>
          </a:xfrm>
          <a:prstGeom prst="rect">
            <a:avLst/>
          </a:prstGeom>
          <a:noFill/>
          <a:ln>
            <a:noFill/>
          </a:ln>
        </p:spPr>
      </p:sp>
      <p:sp>
        <p:nvSpPr>
          <p:cNvPr id="112" name="Google Shape;112;p18"/>
          <p:cNvSpPr txBox="1"/>
          <p:nvPr/>
        </p:nvSpPr>
        <p:spPr>
          <a:xfrm>
            <a:off x="277500" y="277500"/>
            <a:ext cx="8589000" cy="10236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t/>
            </a:r>
            <a:endParaRPr sz="3000">
              <a:solidFill>
                <a:schemeClr val="dk1"/>
              </a:solidFill>
              <a:latin typeface="Arimo"/>
              <a:ea typeface="Arimo"/>
              <a:cs typeface="Arimo"/>
              <a:sym typeface="Arimo"/>
            </a:endParaRPr>
          </a:p>
        </p:txBody>
      </p:sp>
      <p:sp>
        <p:nvSpPr>
          <p:cNvPr id="113" name="Google Shape;113;p18"/>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14" name="Google Shape;114;p1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5" name="Google Shape;115;p1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SzPts val="800"/>
              <a:buFont typeface="Arimo"/>
              <a:buNone/>
              <a:defRPr sz="800">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116" name="Google Shape;116;p1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4 steps - Alt 1">
  <p:cSld name="CUSTOM_25_1_1">
    <p:bg>
      <p:bgPr>
        <a:solidFill>
          <a:schemeClr val="accent5"/>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1969400" y="138075"/>
            <a:ext cx="5217000" cy="885000"/>
          </a:xfrm>
          <a:prstGeom prst="rect">
            <a:avLst/>
          </a:prstGeom>
        </p:spPr>
        <p:txBody>
          <a:bodyPr anchorCtr="0" anchor="t" bIns="0" lIns="0" spcFirstLastPara="1" rIns="0" wrap="square" tIns="91425">
            <a:noAutofit/>
          </a:bodyPr>
          <a:lstStyle>
            <a:lvl1pPr lvl="0" algn="ctr">
              <a:lnSpc>
                <a:spcPct val="100000"/>
              </a:lnSpc>
              <a:spcBef>
                <a:spcPts val="0"/>
              </a:spcBef>
              <a:spcAft>
                <a:spcPts val="0"/>
              </a:spcAft>
              <a:buNone/>
              <a:defRPr sz="2600"/>
            </a:lvl1pPr>
            <a:lvl2pPr lvl="1" algn="ctr">
              <a:lnSpc>
                <a:spcPct val="115000"/>
              </a:lnSpc>
              <a:spcBef>
                <a:spcPts val="0"/>
              </a:spcBef>
              <a:spcAft>
                <a:spcPts val="0"/>
              </a:spcAft>
              <a:buNone/>
              <a:defRPr sz="2600">
                <a:latin typeface="Arimo SemiBold"/>
                <a:ea typeface="Arimo SemiBold"/>
                <a:cs typeface="Arimo SemiBold"/>
                <a:sym typeface="Arimo SemiBold"/>
              </a:defRPr>
            </a:lvl2pPr>
            <a:lvl3pPr lvl="2" algn="ctr">
              <a:lnSpc>
                <a:spcPct val="115000"/>
              </a:lnSpc>
              <a:spcBef>
                <a:spcPts val="0"/>
              </a:spcBef>
              <a:spcAft>
                <a:spcPts val="0"/>
              </a:spcAft>
              <a:buNone/>
              <a:defRPr sz="2600">
                <a:latin typeface="Arimo SemiBold"/>
                <a:ea typeface="Arimo SemiBold"/>
                <a:cs typeface="Arimo SemiBold"/>
                <a:sym typeface="Arimo SemiBold"/>
              </a:defRPr>
            </a:lvl3pPr>
            <a:lvl4pPr lvl="3" algn="ctr">
              <a:lnSpc>
                <a:spcPct val="115000"/>
              </a:lnSpc>
              <a:spcBef>
                <a:spcPts val="0"/>
              </a:spcBef>
              <a:spcAft>
                <a:spcPts val="0"/>
              </a:spcAft>
              <a:buNone/>
              <a:defRPr sz="2600">
                <a:latin typeface="Arimo SemiBold"/>
                <a:ea typeface="Arimo SemiBold"/>
                <a:cs typeface="Arimo SemiBold"/>
                <a:sym typeface="Arimo SemiBold"/>
              </a:defRPr>
            </a:lvl4pPr>
            <a:lvl5pPr lvl="4" algn="ctr">
              <a:lnSpc>
                <a:spcPct val="115000"/>
              </a:lnSpc>
              <a:spcBef>
                <a:spcPts val="0"/>
              </a:spcBef>
              <a:spcAft>
                <a:spcPts val="0"/>
              </a:spcAft>
              <a:buNone/>
              <a:defRPr sz="2600">
                <a:latin typeface="Arimo SemiBold"/>
                <a:ea typeface="Arimo SemiBold"/>
                <a:cs typeface="Arimo SemiBold"/>
                <a:sym typeface="Arimo SemiBold"/>
              </a:defRPr>
            </a:lvl5pPr>
            <a:lvl6pPr lvl="5" algn="ctr">
              <a:lnSpc>
                <a:spcPct val="115000"/>
              </a:lnSpc>
              <a:spcBef>
                <a:spcPts val="0"/>
              </a:spcBef>
              <a:spcAft>
                <a:spcPts val="0"/>
              </a:spcAft>
              <a:buNone/>
              <a:defRPr sz="2600">
                <a:latin typeface="Arimo SemiBold"/>
                <a:ea typeface="Arimo SemiBold"/>
                <a:cs typeface="Arimo SemiBold"/>
                <a:sym typeface="Arimo SemiBold"/>
              </a:defRPr>
            </a:lvl6pPr>
            <a:lvl7pPr lvl="6" algn="ctr">
              <a:lnSpc>
                <a:spcPct val="115000"/>
              </a:lnSpc>
              <a:spcBef>
                <a:spcPts val="0"/>
              </a:spcBef>
              <a:spcAft>
                <a:spcPts val="0"/>
              </a:spcAft>
              <a:buNone/>
              <a:defRPr sz="2600">
                <a:latin typeface="Arimo SemiBold"/>
                <a:ea typeface="Arimo SemiBold"/>
                <a:cs typeface="Arimo SemiBold"/>
                <a:sym typeface="Arimo SemiBold"/>
              </a:defRPr>
            </a:lvl7pPr>
            <a:lvl8pPr lvl="7" algn="ctr">
              <a:lnSpc>
                <a:spcPct val="115000"/>
              </a:lnSpc>
              <a:spcBef>
                <a:spcPts val="0"/>
              </a:spcBef>
              <a:spcAft>
                <a:spcPts val="0"/>
              </a:spcAft>
              <a:buNone/>
              <a:defRPr sz="2600">
                <a:latin typeface="Arimo SemiBold"/>
                <a:ea typeface="Arimo SemiBold"/>
                <a:cs typeface="Arimo SemiBold"/>
                <a:sym typeface="Arimo SemiBold"/>
              </a:defRPr>
            </a:lvl8pPr>
            <a:lvl9pPr lvl="8" algn="ctr">
              <a:lnSpc>
                <a:spcPct val="115000"/>
              </a:lnSpc>
              <a:spcBef>
                <a:spcPts val="0"/>
              </a:spcBef>
              <a:spcAft>
                <a:spcPts val="0"/>
              </a:spcAft>
              <a:buNone/>
              <a:defRPr sz="2600">
                <a:latin typeface="Arimo SemiBold"/>
                <a:ea typeface="Arimo SemiBold"/>
                <a:cs typeface="Arimo SemiBold"/>
                <a:sym typeface="Arimo SemiBold"/>
              </a:defRPr>
            </a:lvl9pPr>
          </a:lstStyle>
          <a:p/>
        </p:txBody>
      </p:sp>
      <p:sp>
        <p:nvSpPr>
          <p:cNvPr id="119" name="Google Shape;119;p1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0" name="Google Shape;120;p1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21" name="Google Shape;121;p1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22" name="Google Shape;122;p19"/>
          <p:cNvSpPr/>
          <p:nvPr>
            <p:ph idx="3" type="pic"/>
          </p:nvPr>
        </p:nvSpPr>
        <p:spPr>
          <a:xfrm>
            <a:off x="3766700" y="873150"/>
            <a:ext cx="1621800" cy="3549600"/>
          </a:xfrm>
          <a:prstGeom prst="roundRect">
            <a:avLst>
              <a:gd fmla="val 10482" name="adj"/>
            </a:avLst>
          </a:prstGeom>
          <a:noFill/>
          <a:ln>
            <a:noFill/>
          </a:ln>
        </p:spPr>
      </p:sp>
      <p:sp>
        <p:nvSpPr>
          <p:cNvPr id="123" name="Google Shape;123;p19"/>
          <p:cNvSpPr/>
          <p:nvPr>
            <p:ph idx="4" type="pic"/>
          </p:nvPr>
        </p:nvSpPr>
        <p:spPr>
          <a:xfrm>
            <a:off x="289100" y="1324475"/>
            <a:ext cx="1563300" cy="2531100"/>
          </a:xfrm>
          <a:prstGeom prst="roundRect">
            <a:avLst>
              <a:gd fmla="val 11947" name="adj"/>
            </a:avLst>
          </a:prstGeom>
          <a:noFill/>
          <a:ln>
            <a:noFill/>
          </a:ln>
        </p:spPr>
      </p:sp>
      <p:sp>
        <p:nvSpPr>
          <p:cNvPr id="124" name="Google Shape;124;p19"/>
          <p:cNvSpPr/>
          <p:nvPr>
            <p:ph idx="5" type="pic"/>
          </p:nvPr>
        </p:nvSpPr>
        <p:spPr>
          <a:xfrm>
            <a:off x="1969400" y="1142650"/>
            <a:ext cx="1563300" cy="2531100"/>
          </a:xfrm>
          <a:prstGeom prst="roundRect">
            <a:avLst>
              <a:gd fmla="val 11947" name="adj"/>
            </a:avLst>
          </a:prstGeom>
          <a:noFill/>
          <a:ln>
            <a:noFill/>
          </a:ln>
        </p:spPr>
      </p:sp>
      <p:sp>
        <p:nvSpPr>
          <p:cNvPr id="125" name="Google Shape;125;p19"/>
          <p:cNvSpPr/>
          <p:nvPr>
            <p:ph idx="6" type="pic"/>
          </p:nvPr>
        </p:nvSpPr>
        <p:spPr>
          <a:xfrm>
            <a:off x="5623125" y="1142650"/>
            <a:ext cx="1563300" cy="2531100"/>
          </a:xfrm>
          <a:prstGeom prst="roundRect">
            <a:avLst>
              <a:gd fmla="val 11947" name="adj"/>
            </a:avLst>
          </a:prstGeom>
          <a:noFill/>
          <a:ln>
            <a:noFill/>
          </a:ln>
        </p:spPr>
      </p:sp>
      <p:sp>
        <p:nvSpPr>
          <p:cNvPr id="126" name="Google Shape;126;p19"/>
          <p:cNvSpPr/>
          <p:nvPr>
            <p:ph idx="7" type="pic"/>
          </p:nvPr>
        </p:nvSpPr>
        <p:spPr>
          <a:xfrm>
            <a:off x="7304050" y="1324475"/>
            <a:ext cx="1563300" cy="2531100"/>
          </a:xfrm>
          <a:prstGeom prst="roundRect">
            <a:avLst>
              <a:gd fmla="val 11947" name="adj"/>
            </a:avLst>
          </a:prstGeom>
          <a:noFill/>
          <a:ln>
            <a:noFill/>
          </a:ln>
        </p:spPr>
      </p:sp>
      <p:sp>
        <p:nvSpPr>
          <p:cNvPr id="127" name="Google Shape;127;p19"/>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28" name="Google Shape;128;p19"/>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29" name="Google Shape;129;p19"/>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0" name="Google Shape;130;p19"/>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1" name="Google Shape;131;p19"/>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2" name="Google Shape;132;p19"/>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
        <p:nvSpPr>
          <p:cNvPr id="133" name="Google Shape;133;p19"/>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lvl1pPr lvl="0">
              <a:spcBef>
                <a:spcPts val="0"/>
              </a:spcBef>
              <a:spcAft>
                <a:spcPts val="0"/>
              </a:spcAft>
              <a:buNone/>
              <a:defRPr sz="1200">
                <a:latin typeface="Arimo"/>
                <a:ea typeface="Arimo"/>
                <a:cs typeface="Arimo"/>
                <a:sym typeface="Arimo"/>
              </a:defRPr>
            </a:lvl1pPr>
            <a:lvl2pPr lvl="1">
              <a:lnSpc>
                <a:spcPct val="115000"/>
              </a:lnSpc>
              <a:spcBef>
                <a:spcPts val="0"/>
              </a:spcBef>
              <a:spcAft>
                <a:spcPts val="0"/>
              </a:spcAft>
              <a:buNone/>
              <a:defRPr b="1" sz="1200">
                <a:latin typeface="Arimo"/>
                <a:ea typeface="Arimo"/>
                <a:cs typeface="Arimo"/>
                <a:sym typeface="Arimo"/>
              </a:defRPr>
            </a:lvl2pPr>
            <a:lvl3pPr lvl="2">
              <a:lnSpc>
                <a:spcPct val="115000"/>
              </a:lnSpc>
              <a:spcBef>
                <a:spcPts val="0"/>
              </a:spcBef>
              <a:spcAft>
                <a:spcPts val="0"/>
              </a:spcAft>
              <a:buNone/>
              <a:defRPr b="1" sz="1200">
                <a:latin typeface="Arimo"/>
                <a:ea typeface="Arimo"/>
                <a:cs typeface="Arimo"/>
                <a:sym typeface="Arimo"/>
              </a:defRPr>
            </a:lvl3pPr>
            <a:lvl4pPr lvl="3">
              <a:lnSpc>
                <a:spcPct val="115000"/>
              </a:lnSpc>
              <a:spcBef>
                <a:spcPts val="0"/>
              </a:spcBef>
              <a:spcAft>
                <a:spcPts val="0"/>
              </a:spcAft>
              <a:buNone/>
              <a:defRPr b="1" sz="1200">
                <a:latin typeface="Arimo"/>
                <a:ea typeface="Arimo"/>
                <a:cs typeface="Arimo"/>
                <a:sym typeface="Arimo"/>
              </a:defRPr>
            </a:lvl4pPr>
            <a:lvl5pPr lvl="4">
              <a:lnSpc>
                <a:spcPct val="115000"/>
              </a:lnSpc>
              <a:spcBef>
                <a:spcPts val="0"/>
              </a:spcBef>
              <a:spcAft>
                <a:spcPts val="0"/>
              </a:spcAft>
              <a:buNone/>
              <a:defRPr b="1" sz="1200">
                <a:latin typeface="Arimo"/>
                <a:ea typeface="Arimo"/>
                <a:cs typeface="Arimo"/>
                <a:sym typeface="Arimo"/>
              </a:defRPr>
            </a:lvl5pPr>
            <a:lvl6pPr lvl="5">
              <a:lnSpc>
                <a:spcPct val="115000"/>
              </a:lnSpc>
              <a:spcBef>
                <a:spcPts val="0"/>
              </a:spcBef>
              <a:spcAft>
                <a:spcPts val="0"/>
              </a:spcAft>
              <a:buNone/>
              <a:defRPr b="1" sz="1200">
                <a:latin typeface="Arimo"/>
                <a:ea typeface="Arimo"/>
                <a:cs typeface="Arimo"/>
                <a:sym typeface="Arimo"/>
              </a:defRPr>
            </a:lvl6pPr>
            <a:lvl7pPr lvl="6">
              <a:lnSpc>
                <a:spcPct val="115000"/>
              </a:lnSpc>
              <a:spcBef>
                <a:spcPts val="0"/>
              </a:spcBef>
              <a:spcAft>
                <a:spcPts val="0"/>
              </a:spcAft>
              <a:buNone/>
              <a:defRPr b="1" sz="1200">
                <a:latin typeface="Arimo"/>
                <a:ea typeface="Arimo"/>
                <a:cs typeface="Arimo"/>
                <a:sym typeface="Arimo"/>
              </a:defRPr>
            </a:lvl7pPr>
            <a:lvl8pPr lvl="7">
              <a:lnSpc>
                <a:spcPct val="115000"/>
              </a:lnSpc>
              <a:spcBef>
                <a:spcPts val="0"/>
              </a:spcBef>
              <a:spcAft>
                <a:spcPts val="0"/>
              </a:spcAft>
              <a:buNone/>
              <a:defRPr b="1" sz="1200">
                <a:latin typeface="Arimo"/>
                <a:ea typeface="Arimo"/>
                <a:cs typeface="Arimo"/>
                <a:sym typeface="Arimo"/>
              </a:defRPr>
            </a:lvl8pPr>
            <a:lvl9pPr lvl="8">
              <a:lnSpc>
                <a:spcPct val="115000"/>
              </a:lnSpc>
              <a:spcBef>
                <a:spcPts val="0"/>
              </a:spcBef>
              <a:spcAft>
                <a:spcPts val="0"/>
              </a:spcAft>
              <a:buNone/>
              <a:defRPr b="1" sz="1200">
                <a:latin typeface="Arimo"/>
                <a:ea typeface="Arimo"/>
                <a:cs typeface="Arimo"/>
                <a:sym typeface="Arimo"/>
              </a:defRPr>
            </a:lvl9pPr>
          </a:lstStyle>
          <a:p/>
        </p:txBody>
      </p:sp>
      <p:sp>
        <p:nvSpPr>
          <p:cNvPr id="134" name="Google Shape;134;p19"/>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lvl1pPr lvl="0">
              <a:spcBef>
                <a:spcPts val="0"/>
              </a:spcBef>
              <a:spcAft>
                <a:spcPts val="0"/>
              </a:spcAft>
              <a:buNone/>
              <a:defRPr sz="800">
                <a:latin typeface="Arimo"/>
                <a:ea typeface="Arimo"/>
                <a:cs typeface="Arimo"/>
                <a:sym typeface="Arimo"/>
              </a:defRPr>
            </a:lvl1pPr>
            <a:lvl2pPr lvl="1">
              <a:spcBef>
                <a:spcPts val="0"/>
              </a:spcBef>
              <a:spcAft>
                <a:spcPts val="0"/>
              </a:spcAft>
              <a:buNone/>
              <a:defRPr b="1" sz="800">
                <a:latin typeface="Arimo"/>
                <a:ea typeface="Arimo"/>
                <a:cs typeface="Arimo"/>
                <a:sym typeface="Arimo"/>
              </a:defRPr>
            </a:lvl2pPr>
            <a:lvl3pPr lvl="2">
              <a:spcBef>
                <a:spcPts val="0"/>
              </a:spcBef>
              <a:spcAft>
                <a:spcPts val="0"/>
              </a:spcAft>
              <a:buNone/>
              <a:defRPr b="1" sz="800">
                <a:latin typeface="Arimo"/>
                <a:ea typeface="Arimo"/>
                <a:cs typeface="Arimo"/>
                <a:sym typeface="Arimo"/>
              </a:defRPr>
            </a:lvl3pPr>
            <a:lvl4pPr lvl="3">
              <a:spcBef>
                <a:spcPts val="0"/>
              </a:spcBef>
              <a:spcAft>
                <a:spcPts val="0"/>
              </a:spcAft>
              <a:buNone/>
              <a:defRPr b="1" sz="800">
                <a:latin typeface="Arimo"/>
                <a:ea typeface="Arimo"/>
                <a:cs typeface="Arimo"/>
                <a:sym typeface="Arimo"/>
              </a:defRPr>
            </a:lvl4pPr>
            <a:lvl5pPr lvl="4">
              <a:spcBef>
                <a:spcPts val="0"/>
              </a:spcBef>
              <a:spcAft>
                <a:spcPts val="0"/>
              </a:spcAft>
              <a:buNone/>
              <a:defRPr b="1" sz="800">
                <a:latin typeface="Arimo"/>
                <a:ea typeface="Arimo"/>
                <a:cs typeface="Arimo"/>
                <a:sym typeface="Arimo"/>
              </a:defRPr>
            </a:lvl5pPr>
            <a:lvl6pPr lvl="5">
              <a:spcBef>
                <a:spcPts val="0"/>
              </a:spcBef>
              <a:spcAft>
                <a:spcPts val="0"/>
              </a:spcAft>
              <a:buNone/>
              <a:defRPr b="1" sz="800">
                <a:latin typeface="Arimo"/>
                <a:ea typeface="Arimo"/>
                <a:cs typeface="Arimo"/>
                <a:sym typeface="Arimo"/>
              </a:defRPr>
            </a:lvl6pPr>
            <a:lvl7pPr lvl="6">
              <a:spcBef>
                <a:spcPts val="0"/>
              </a:spcBef>
              <a:spcAft>
                <a:spcPts val="0"/>
              </a:spcAft>
              <a:buNone/>
              <a:defRPr b="1" sz="800">
                <a:latin typeface="Arimo"/>
                <a:ea typeface="Arimo"/>
                <a:cs typeface="Arimo"/>
                <a:sym typeface="Arimo"/>
              </a:defRPr>
            </a:lvl7pPr>
            <a:lvl8pPr lvl="7">
              <a:spcBef>
                <a:spcPts val="0"/>
              </a:spcBef>
              <a:spcAft>
                <a:spcPts val="0"/>
              </a:spcAft>
              <a:buNone/>
              <a:defRPr b="1" sz="800">
                <a:latin typeface="Arimo"/>
                <a:ea typeface="Arimo"/>
                <a:cs typeface="Arimo"/>
                <a:sym typeface="Arimo"/>
              </a:defRPr>
            </a:lvl8pPr>
            <a:lvl9pPr lvl="8">
              <a:spcBef>
                <a:spcPts val="0"/>
              </a:spcBef>
              <a:spcAft>
                <a:spcPts val="0"/>
              </a:spcAft>
              <a:buNone/>
              <a:defRPr b="1" sz="800">
                <a:latin typeface="Arimo"/>
                <a:ea typeface="Arimo"/>
                <a:cs typeface="Arimo"/>
                <a:sym typeface="Arim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21_1_1">
    <p:bg>
      <p:bgPr>
        <a:solidFill>
          <a:schemeClr val="accent5"/>
        </a:solidFill>
      </p:bgPr>
    </p:bg>
    <p:spTree>
      <p:nvGrpSpPr>
        <p:cNvPr id="135" name="Shape 135"/>
        <p:cNvGrpSpPr/>
        <p:nvPr/>
      </p:nvGrpSpPr>
      <p:grpSpPr>
        <a:xfrm>
          <a:off x="0" y="0"/>
          <a:ext cx="0" cy="0"/>
          <a:chOff x="0" y="0"/>
          <a:chExt cx="0" cy="0"/>
        </a:xfrm>
      </p:grpSpPr>
      <p:sp>
        <p:nvSpPr>
          <p:cNvPr id="136" name="Google Shape;136;p20"/>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37" name="Google Shape;137;p20"/>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8" name="Google Shape;138;p20"/>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39" name="Google Shape;139;p2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
    <p:bg>
      <p:bgPr>
        <a:solidFill>
          <a:schemeClr val="accent5"/>
        </a:solidFill>
      </p:bgPr>
    </p:bg>
    <p:spTree>
      <p:nvGrpSpPr>
        <p:cNvPr id="140" name="Shape 140"/>
        <p:cNvGrpSpPr/>
        <p:nvPr/>
      </p:nvGrpSpPr>
      <p:grpSpPr>
        <a:xfrm>
          <a:off x="0" y="0"/>
          <a:ext cx="0" cy="0"/>
          <a:chOff x="0" y="0"/>
          <a:chExt cx="0" cy="0"/>
        </a:xfrm>
      </p:grpSpPr>
      <p:pic>
        <p:nvPicPr>
          <p:cNvPr id="141" name="Google Shape;141;p21"/>
          <p:cNvPicPr preferRelativeResize="0"/>
          <p:nvPr/>
        </p:nvPicPr>
        <p:blipFill rotWithShape="1">
          <a:blip r:embed="rId2">
            <a:alphaModFix amt="10000"/>
          </a:blip>
          <a:srcRect b="720" l="1068" r="20" t="592"/>
          <a:stretch/>
        </p:blipFill>
        <p:spPr>
          <a:xfrm>
            <a:off x="277425" y="277650"/>
            <a:ext cx="8588100" cy="4582500"/>
          </a:xfrm>
          <a:prstGeom prst="roundRect">
            <a:avLst>
              <a:gd fmla="val 13460" name="adj"/>
            </a:avLst>
          </a:prstGeom>
          <a:noFill/>
          <a:ln>
            <a:noFill/>
          </a:ln>
        </p:spPr>
      </p:pic>
      <p:sp>
        <p:nvSpPr>
          <p:cNvPr id="142" name="Google Shape;142;p21"/>
          <p:cNvSpPr txBox="1"/>
          <p:nvPr>
            <p:ph type="title"/>
          </p:nvPr>
        </p:nvSpPr>
        <p:spPr>
          <a:xfrm>
            <a:off x="625375" y="2731850"/>
            <a:ext cx="4034400" cy="1746900"/>
          </a:xfrm>
          <a:prstGeom prst="rect">
            <a:avLst/>
          </a:prstGeom>
        </p:spPr>
        <p:txBody>
          <a:bodyPr anchorCtr="0" anchor="b" bIns="0" lIns="0" spcFirstLastPara="1" rIns="0" wrap="square" tIns="0">
            <a:noAutofit/>
          </a:bodyPr>
          <a:lstStyle>
            <a:lvl1pPr lvl="0">
              <a:spcBef>
                <a:spcPts val="0"/>
              </a:spcBef>
              <a:spcAft>
                <a:spcPts val="0"/>
              </a:spcAft>
              <a:buNone/>
              <a:defRPr sz="4000"/>
            </a:lvl1pPr>
            <a:lvl2pPr lvl="1" algn="ctr">
              <a:lnSpc>
                <a:spcPct val="115000"/>
              </a:lnSpc>
              <a:spcBef>
                <a:spcPts val="0"/>
              </a:spcBef>
              <a:spcAft>
                <a:spcPts val="0"/>
              </a:spcAft>
              <a:buNone/>
              <a:defRPr>
                <a:latin typeface="Arimo Medium"/>
                <a:ea typeface="Arimo Medium"/>
                <a:cs typeface="Arimo Medium"/>
                <a:sym typeface="Arimo Medium"/>
              </a:defRPr>
            </a:lvl2pPr>
            <a:lvl3pPr lvl="2" algn="ctr">
              <a:lnSpc>
                <a:spcPct val="115000"/>
              </a:lnSpc>
              <a:spcBef>
                <a:spcPts val="0"/>
              </a:spcBef>
              <a:spcAft>
                <a:spcPts val="0"/>
              </a:spcAft>
              <a:buNone/>
              <a:defRPr>
                <a:latin typeface="Arimo Medium"/>
                <a:ea typeface="Arimo Medium"/>
                <a:cs typeface="Arimo Medium"/>
                <a:sym typeface="Arimo Medium"/>
              </a:defRPr>
            </a:lvl3pPr>
            <a:lvl4pPr lvl="3" algn="ctr">
              <a:lnSpc>
                <a:spcPct val="115000"/>
              </a:lnSpc>
              <a:spcBef>
                <a:spcPts val="0"/>
              </a:spcBef>
              <a:spcAft>
                <a:spcPts val="0"/>
              </a:spcAft>
              <a:buNone/>
              <a:defRPr>
                <a:latin typeface="Arimo Medium"/>
                <a:ea typeface="Arimo Medium"/>
                <a:cs typeface="Arimo Medium"/>
                <a:sym typeface="Arimo Medium"/>
              </a:defRPr>
            </a:lvl4pPr>
            <a:lvl5pPr lvl="4" algn="ctr">
              <a:lnSpc>
                <a:spcPct val="115000"/>
              </a:lnSpc>
              <a:spcBef>
                <a:spcPts val="0"/>
              </a:spcBef>
              <a:spcAft>
                <a:spcPts val="0"/>
              </a:spcAft>
              <a:buNone/>
              <a:defRPr>
                <a:latin typeface="Arimo Medium"/>
                <a:ea typeface="Arimo Medium"/>
                <a:cs typeface="Arimo Medium"/>
                <a:sym typeface="Arimo Medium"/>
              </a:defRPr>
            </a:lvl5pPr>
            <a:lvl6pPr lvl="5" algn="ctr">
              <a:lnSpc>
                <a:spcPct val="115000"/>
              </a:lnSpc>
              <a:spcBef>
                <a:spcPts val="0"/>
              </a:spcBef>
              <a:spcAft>
                <a:spcPts val="0"/>
              </a:spcAft>
              <a:buNone/>
              <a:defRPr>
                <a:latin typeface="Arimo Medium"/>
                <a:ea typeface="Arimo Medium"/>
                <a:cs typeface="Arimo Medium"/>
                <a:sym typeface="Arimo Medium"/>
              </a:defRPr>
            </a:lvl6pPr>
            <a:lvl7pPr lvl="6" algn="ctr">
              <a:lnSpc>
                <a:spcPct val="115000"/>
              </a:lnSpc>
              <a:spcBef>
                <a:spcPts val="0"/>
              </a:spcBef>
              <a:spcAft>
                <a:spcPts val="0"/>
              </a:spcAft>
              <a:buNone/>
              <a:defRPr>
                <a:latin typeface="Arimo Medium"/>
                <a:ea typeface="Arimo Medium"/>
                <a:cs typeface="Arimo Medium"/>
                <a:sym typeface="Arimo Medium"/>
              </a:defRPr>
            </a:lvl7pPr>
            <a:lvl8pPr lvl="7" algn="ctr">
              <a:lnSpc>
                <a:spcPct val="115000"/>
              </a:lnSpc>
              <a:spcBef>
                <a:spcPts val="0"/>
              </a:spcBef>
              <a:spcAft>
                <a:spcPts val="0"/>
              </a:spcAft>
              <a:buNone/>
              <a:defRPr>
                <a:latin typeface="Arimo Medium"/>
                <a:ea typeface="Arimo Medium"/>
                <a:cs typeface="Arimo Medium"/>
                <a:sym typeface="Arimo Medium"/>
              </a:defRPr>
            </a:lvl8pPr>
            <a:lvl9pPr lvl="8" algn="ctr">
              <a:lnSpc>
                <a:spcPct val="115000"/>
              </a:lnSpc>
              <a:spcBef>
                <a:spcPts val="0"/>
              </a:spcBef>
              <a:spcAft>
                <a:spcPts val="0"/>
              </a:spcAft>
              <a:buNone/>
              <a:defRPr>
                <a:latin typeface="Arimo Medium"/>
                <a:ea typeface="Arimo Medium"/>
                <a:cs typeface="Arimo Medium"/>
                <a:sym typeface="Arimo Medium"/>
              </a:defRPr>
            </a:lvl9pPr>
          </a:lstStyle>
          <a:p/>
        </p:txBody>
      </p:sp>
      <p:sp>
        <p:nvSpPr>
          <p:cNvPr id="143" name="Google Shape;143;p2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accent5"/>
        </a:solidFill>
      </p:bgPr>
    </p:bg>
    <p:spTree>
      <p:nvGrpSpPr>
        <p:cNvPr id="144" name="Shape 144"/>
        <p:cNvGrpSpPr/>
        <p:nvPr/>
      </p:nvGrpSpPr>
      <p:grpSpPr>
        <a:xfrm>
          <a:off x="0" y="0"/>
          <a:ext cx="0" cy="0"/>
          <a:chOff x="0" y="0"/>
          <a:chExt cx="0" cy="0"/>
        </a:xfrm>
      </p:grpSpPr>
      <p:sp>
        <p:nvSpPr>
          <p:cNvPr id="145" name="Google Shape;145;p22"/>
          <p:cNvSpPr txBox="1"/>
          <p:nvPr>
            <p:ph idx="1" type="subTitle"/>
          </p:nvPr>
        </p:nvSpPr>
        <p:spPr>
          <a:xfrm>
            <a:off x="4539825" y="3178291"/>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6" name="Google Shape;146;p22"/>
          <p:cNvSpPr txBox="1"/>
          <p:nvPr>
            <p:ph idx="2" type="subTitle"/>
          </p:nvPr>
        </p:nvSpPr>
        <p:spPr>
          <a:xfrm>
            <a:off x="4539825" y="3792808"/>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7" name="Google Shape;147;p22"/>
          <p:cNvSpPr txBox="1"/>
          <p:nvPr>
            <p:ph idx="3" type="subTitle"/>
          </p:nvPr>
        </p:nvSpPr>
        <p:spPr>
          <a:xfrm>
            <a:off x="4539825" y="4407325"/>
            <a:ext cx="4325700" cy="452700"/>
          </a:xfrm>
          <a:prstGeom prst="rect">
            <a:avLst/>
          </a:prstGeom>
        </p:spPr>
        <p:txBody>
          <a:bodyPr anchorCtr="0" anchor="b" bIns="91425" lIns="91425" spcFirstLastPara="1" rIns="0" wrap="square" tIns="91425">
            <a:noAutofit/>
          </a:bodyPr>
          <a:lstStyle>
            <a:lvl1pPr lvl="0">
              <a:spcBef>
                <a:spcPts val="0"/>
              </a:spcBef>
              <a:spcAft>
                <a:spcPts val="0"/>
              </a:spcAft>
              <a:buClr>
                <a:schemeClr val="dk1"/>
              </a:buClr>
              <a:buSzPts val="2400"/>
              <a:buFont typeface="Arimo"/>
              <a:buNone/>
              <a:defRPr sz="2400">
                <a:latin typeface="Arimo"/>
                <a:ea typeface="Arimo"/>
                <a:cs typeface="Arimo"/>
                <a:sym typeface="Arimo"/>
              </a:defRPr>
            </a:lvl1pPr>
            <a:lvl2pPr lvl="1">
              <a:spcBef>
                <a:spcPts val="0"/>
              </a:spcBef>
              <a:spcAft>
                <a:spcPts val="0"/>
              </a:spcAft>
              <a:buClr>
                <a:schemeClr val="dk1"/>
              </a:buClr>
              <a:buSzPts val="2400"/>
              <a:buFont typeface="Arimo"/>
              <a:buNone/>
              <a:defRPr sz="2400">
                <a:latin typeface="Arimo"/>
                <a:ea typeface="Arimo"/>
                <a:cs typeface="Arimo"/>
                <a:sym typeface="Arimo"/>
              </a:defRPr>
            </a:lvl2pPr>
            <a:lvl3pPr lvl="2">
              <a:spcBef>
                <a:spcPts val="0"/>
              </a:spcBef>
              <a:spcAft>
                <a:spcPts val="0"/>
              </a:spcAft>
              <a:buClr>
                <a:schemeClr val="dk1"/>
              </a:buClr>
              <a:buSzPts val="2400"/>
              <a:buFont typeface="Arimo"/>
              <a:buNone/>
              <a:defRPr sz="2400">
                <a:latin typeface="Arimo"/>
                <a:ea typeface="Arimo"/>
                <a:cs typeface="Arimo"/>
                <a:sym typeface="Arimo"/>
              </a:defRPr>
            </a:lvl3pPr>
            <a:lvl4pPr lvl="3">
              <a:spcBef>
                <a:spcPts val="0"/>
              </a:spcBef>
              <a:spcAft>
                <a:spcPts val="0"/>
              </a:spcAft>
              <a:buClr>
                <a:schemeClr val="dk1"/>
              </a:buClr>
              <a:buSzPts val="2400"/>
              <a:buFont typeface="Arimo"/>
              <a:buNone/>
              <a:defRPr sz="2400">
                <a:latin typeface="Arimo"/>
                <a:ea typeface="Arimo"/>
                <a:cs typeface="Arimo"/>
                <a:sym typeface="Arimo"/>
              </a:defRPr>
            </a:lvl4pPr>
            <a:lvl5pPr lvl="4">
              <a:spcBef>
                <a:spcPts val="0"/>
              </a:spcBef>
              <a:spcAft>
                <a:spcPts val="0"/>
              </a:spcAft>
              <a:buClr>
                <a:schemeClr val="dk1"/>
              </a:buClr>
              <a:buSzPts val="2400"/>
              <a:buFont typeface="Arimo"/>
              <a:buNone/>
              <a:defRPr sz="2400">
                <a:latin typeface="Arimo"/>
                <a:ea typeface="Arimo"/>
                <a:cs typeface="Arimo"/>
                <a:sym typeface="Arimo"/>
              </a:defRPr>
            </a:lvl5pPr>
            <a:lvl6pPr lvl="5">
              <a:spcBef>
                <a:spcPts val="0"/>
              </a:spcBef>
              <a:spcAft>
                <a:spcPts val="0"/>
              </a:spcAft>
              <a:buClr>
                <a:schemeClr val="dk1"/>
              </a:buClr>
              <a:buSzPts val="2400"/>
              <a:buFont typeface="Arimo"/>
              <a:buNone/>
              <a:defRPr sz="2400">
                <a:latin typeface="Arimo"/>
                <a:ea typeface="Arimo"/>
                <a:cs typeface="Arimo"/>
                <a:sym typeface="Arimo"/>
              </a:defRPr>
            </a:lvl6pPr>
            <a:lvl7pPr lvl="6">
              <a:spcBef>
                <a:spcPts val="0"/>
              </a:spcBef>
              <a:spcAft>
                <a:spcPts val="0"/>
              </a:spcAft>
              <a:buClr>
                <a:schemeClr val="dk1"/>
              </a:buClr>
              <a:buSzPts val="2400"/>
              <a:buFont typeface="Arimo"/>
              <a:buNone/>
              <a:defRPr sz="2400">
                <a:latin typeface="Arimo"/>
                <a:ea typeface="Arimo"/>
                <a:cs typeface="Arimo"/>
                <a:sym typeface="Arimo"/>
              </a:defRPr>
            </a:lvl7pPr>
            <a:lvl8pPr lvl="7">
              <a:spcBef>
                <a:spcPts val="0"/>
              </a:spcBef>
              <a:spcAft>
                <a:spcPts val="0"/>
              </a:spcAft>
              <a:buClr>
                <a:schemeClr val="dk1"/>
              </a:buClr>
              <a:buSzPts val="2400"/>
              <a:buFont typeface="Arimo"/>
              <a:buNone/>
              <a:defRPr sz="2400">
                <a:latin typeface="Arimo"/>
                <a:ea typeface="Arimo"/>
                <a:cs typeface="Arimo"/>
                <a:sym typeface="Arimo"/>
              </a:defRPr>
            </a:lvl8pPr>
            <a:lvl9pPr lvl="8">
              <a:spcBef>
                <a:spcPts val="0"/>
              </a:spcBef>
              <a:spcAft>
                <a:spcPts val="0"/>
              </a:spcAft>
              <a:buClr>
                <a:schemeClr val="dk1"/>
              </a:buClr>
              <a:buSzPts val="2400"/>
              <a:buFont typeface="Arimo"/>
              <a:buNone/>
              <a:defRPr sz="2400">
                <a:latin typeface="Arimo"/>
                <a:ea typeface="Arimo"/>
                <a:cs typeface="Arimo"/>
                <a:sym typeface="Arimo"/>
              </a:defRPr>
            </a:lvl9pPr>
          </a:lstStyle>
          <a:p/>
        </p:txBody>
      </p:sp>
      <p:sp>
        <p:nvSpPr>
          <p:cNvPr id="148" name="Google Shape;148;p22"/>
          <p:cNvSpPr txBox="1"/>
          <p:nvPr>
            <p:ph type="title"/>
          </p:nvPr>
        </p:nvSpPr>
        <p:spPr>
          <a:xfrm>
            <a:off x="277425" y="2056225"/>
            <a:ext cx="3541500" cy="2803500"/>
          </a:xfrm>
          <a:prstGeom prst="rect">
            <a:avLst/>
          </a:prstGeom>
        </p:spPr>
        <p:txBody>
          <a:bodyPr anchorCtr="0" anchor="b" bIns="0" lIns="0" spcFirstLastPara="1" rIns="0" wrap="square" tIns="0">
            <a:noAutofit/>
          </a:bodyPr>
          <a:lstStyle>
            <a:lvl1pPr lvl="0">
              <a:spcBef>
                <a:spcPts val="0"/>
              </a:spcBef>
              <a:spcAft>
                <a:spcPts val="0"/>
              </a:spcAft>
              <a:buNone/>
              <a:defRPr sz="5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9" name="Google Shape;149;p22"/>
          <p:cNvSpPr txBox="1"/>
          <p:nvPr>
            <p:ph idx="4"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0" name="Google Shape;150;p2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1" name="Google Shape;151;p2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CUSTOM_11">
    <p:bg>
      <p:bgPr>
        <a:solidFill>
          <a:schemeClr val="accent5"/>
        </a:solidFill>
      </p:bgPr>
    </p:bg>
    <p:spTree>
      <p:nvGrpSpPr>
        <p:cNvPr id="152" name="Shape 152"/>
        <p:cNvGrpSpPr/>
        <p:nvPr/>
      </p:nvGrpSpPr>
      <p:grpSpPr>
        <a:xfrm>
          <a:off x="0" y="0"/>
          <a:ext cx="0" cy="0"/>
          <a:chOff x="0" y="0"/>
          <a:chExt cx="0" cy="0"/>
        </a:xfrm>
      </p:grpSpPr>
      <p:sp>
        <p:nvSpPr>
          <p:cNvPr id="153" name="Google Shape;153;p23"/>
          <p:cNvSpPr/>
          <p:nvPr>
            <p:ph idx="2" type="pic"/>
          </p:nvPr>
        </p:nvSpPr>
        <p:spPr>
          <a:xfrm>
            <a:off x="7480825" y="734600"/>
            <a:ext cx="1383900" cy="1660200"/>
          </a:xfrm>
          <a:prstGeom prst="roundRect">
            <a:avLst>
              <a:gd fmla="val 11646" name="adj"/>
            </a:avLst>
          </a:prstGeom>
          <a:noFill/>
          <a:ln>
            <a:noFill/>
          </a:ln>
        </p:spPr>
      </p:sp>
      <p:sp>
        <p:nvSpPr>
          <p:cNvPr id="154" name="Google Shape;154;p23"/>
          <p:cNvSpPr/>
          <p:nvPr>
            <p:ph idx="3" type="pic"/>
          </p:nvPr>
        </p:nvSpPr>
        <p:spPr>
          <a:xfrm>
            <a:off x="7480825" y="2521175"/>
            <a:ext cx="1383900" cy="1879200"/>
          </a:xfrm>
          <a:prstGeom prst="roundRect">
            <a:avLst>
              <a:gd fmla="val 11646" name="adj"/>
            </a:avLst>
          </a:prstGeom>
          <a:noFill/>
          <a:ln>
            <a:noFill/>
          </a:ln>
        </p:spPr>
      </p:sp>
      <p:sp>
        <p:nvSpPr>
          <p:cNvPr id="155" name="Google Shape;155;p23"/>
          <p:cNvSpPr/>
          <p:nvPr>
            <p:ph idx="4" type="pic"/>
          </p:nvPr>
        </p:nvSpPr>
        <p:spPr>
          <a:xfrm>
            <a:off x="4665550" y="850900"/>
            <a:ext cx="2589300" cy="3433200"/>
          </a:xfrm>
          <a:prstGeom prst="roundRect">
            <a:avLst>
              <a:gd fmla="val 6330" name="adj"/>
            </a:avLst>
          </a:prstGeom>
          <a:noFill/>
          <a:ln>
            <a:noFill/>
          </a:ln>
        </p:spPr>
      </p:sp>
      <p:sp>
        <p:nvSpPr>
          <p:cNvPr id="156" name="Google Shape;156;p23"/>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7" name="Google Shape;157;p23"/>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58" name="Google Shape;158;p2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59" name="Google Shape;159;p23"/>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0" name="Google Shape;160;p2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CUSTOM_11_1">
    <p:bg>
      <p:bgPr>
        <a:solidFill>
          <a:schemeClr val="accent5"/>
        </a:solidFill>
      </p:bgPr>
    </p:bg>
    <p:spTree>
      <p:nvGrpSpPr>
        <p:cNvPr id="161" name="Shape 161"/>
        <p:cNvGrpSpPr/>
        <p:nvPr/>
      </p:nvGrpSpPr>
      <p:grpSpPr>
        <a:xfrm>
          <a:off x="0" y="0"/>
          <a:ext cx="0" cy="0"/>
          <a:chOff x="0" y="0"/>
          <a:chExt cx="0" cy="0"/>
        </a:xfrm>
      </p:grpSpPr>
      <p:sp>
        <p:nvSpPr>
          <p:cNvPr id="162" name="Google Shape;162;p24"/>
          <p:cNvSpPr/>
          <p:nvPr/>
        </p:nvSpPr>
        <p:spPr>
          <a:xfrm>
            <a:off x="6107109" y="582300"/>
            <a:ext cx="2759400" cy="35862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63" name="Google Shape;163;p24"/>
          <p:cNvSpPr/>
          <p:nvPr>
            <p:ph idx="2" type="pic"/>
          </p:nvPr>
        </p:nvSpPr>
        <p:spPr>
          <a:xfrm>
            <a:off x="6220309" y="696000"/>
            <a:ext cx="2532900" cy="3358800"/>
          </a:xfrm>
          <a:prstGeom prst="roundRect">
            <a:avLst>
              <a:gd fmla="val 7223" name="adj"/>
            </a:avLst>
          </a:prstGeom>
          <a:noFill/>
          <a:ln>
            <a:noFill/>
          </a:ln>
        </p:spPr>
      </p:sp>
      <p:sp>
        <p:nvSpPr>
          <p:cNvPr id="164" name="Google Shape;164;p2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5" name="Google Shape;165;p24"/>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66" name="Google Shape;166;p2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7" name="Google Shape;167;p24"/>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68" name="Google Shape;168;p2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
  <p:cSld name="CUSTOM_11_1_1">
    <p:bg>
      <p:bgPr>
        <a:solidFill>
          <a:schemeClr val="accent5"/>
        </a:solidFill>
      </p:bgPr>
    </p:bg>
    <p:spTree>
      <p:nvGrpSpPr>
        <p:cNvPr id="169" name="Shape 169"/>
        <p:cNvGrpSpPr/>
        <p:nvPr/>
      </p:nvGrpSpPr>
      <p:grpSpPr>
        <a:xfrm>
          <a:off x="0" y="0"/>
          <a:ext cx="0" cy="0"/>
          <a:chOff x="0" y="0"/>
          <a:chExt cx="0" cy="0"/>
        </a:xfrm>
      </p:grpSpPr>
      <p:sp>
        <p:nvSpPr>
          <p:cNvPr id="170" name="Google Shape;170;p25"/>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1" name="Google Shape;171;p25"/>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172" name="Google Shape;172;p2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3" name="Google Shape;173;p25"/>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4" name="Google Shape;174;p25"/>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CUSTOM_12">
    <p:bg>
      <p:bgPr>
        <a:solidFill>
          <a:schemeClr val="accent5"/>
        </a:solidFill>
      </p:bgPr>
    </p:bg>
    <p:spTree>
      <p:nvGrpSpPr>
        <p:cNvPr id="175" name="Shape 175"/>
        <p:cNvGrpSpPr/>
        <p:nvPr/>
      </p:nvGrpSpPr>
      <p:grpSpPr>
        <a:xfrm>
          <a:off x="0" y="0"/>
          <a:ext cx="0" cy="0"/>
          <a:chOff x="0" y="0"/>
          <a:chExt cx="0" cy="0"/>
        </a:xfrm>
      </p:grpSpPr>
      <p:sp>
        <p:nvSpPr>
          <p:cNvPr id="176" name="Google Shape;176;p26"/>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77" name="Google Shape;177;p2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8" name="Google Shape;178;p2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79" name="Google Shape;179;p26"/>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80" name="Google Shape;180;p26"/>
          <p:cNvSpPr txBox="1"/>
          <p:nvPr>
            <p:ph idx="3" type="body"/>
          </p:nvPr>
        </p:nvSpPr>
        <p:spPr>
          <a:xfrm>
            <a:off x="495652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1" name="Google Shape;181;p26"/>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82" name="Google Shape;182;p26"/>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83" name="Google Shape;183;p26"/>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CUSTOM_13">
    <p:bg>
      <p:bgPr>
        <a:solidFill>
          <a:schemeClr val="accent5"/>
        </a:solidFill>
      </p:bgPr>
    </p:bg>
    <p:spTree>
      <p:nvGrpSpPr>
        <p:cNvPr id="184" name="Shape 184"/>
        <p:cNvGrpSpPr/>
        <p:nvPr/>
      </p:nvGrpSpPr>
      <p:grpSpPr>
        <a:xfrm>
          <a:off x="0" y="0"/>
          <a:ext cx="0" cy="0"/>
          <a:chOff x="0" y="0"/>
          <a:chExt cx="0" cy="0"/>
        </a:xfrm>
      </p:grpSpPr>
      <p:sp>
        <p:nvSpPr>
          <p:cNvPr id="185" name="Google Shape;185;p27"/>
          <p:cNvSpPr/>
          <p:nvPr>
            <p:ph idx="2" type="pic"/>
          </p:nvPr>
        </p:nvSpPr>
        <p:spPr>
          <a:xfrm>
            <a:off x="502800" y="2080575"/>
            <a:ext cx="603600" cy="603600"/>
          </a:xfrm>
          <a:prstGeom prst="ellipse">
            <a:avLst/>
          </a:prstGeom>
          <a:noFill/>
          <a:ln>
            <a:noFill/>
          </a:ln>
        </p:spPr>
      </p:sp>
      <p:sp>
        <p:nvSpPr>
          <p:cNvPr id="186" name="Google Shape;186;p27"/>
          <p:cNvSpPr/>
          <p:nvPr>
            <p:ph idx="3" type="pic"/>
          </p:nvPr>
        </p:nvSpPr>
        <p:spPr>
          <a:xfrm>
            <a:off x="6334750" y="2080575"/>
            <a:ext cx="603600" cy="603600"/>
          </a:xfrm>
          <a:prstGeom prst="ellipse">
            <a:avLst/>
          </a:prstGeom>
          <a:noFill/>
          <a:ln>
            <a:noFill/>
          </a:ln>
        </p:spPr>
      </p:sp>
      <p:sp>
        <p:nvSpPr>
          <p:cNvPr id="187" name="Google Shape;187;p27"/>
          <p:cNvSpPr/>
          <p:nvPr>
            <p:ph idx="4" type="pic"/>
          </p:nvPr>
        </p:nvSpPr>
        <p:spPr>
          <a:xfrm>
            <a:off x="3418775" y="2080550"/>
            <a:ext cx="603600" cy="603600"/>
          </a:xfrm>
          <a:prstGeom prst="ellipse">
            <a:avLst/>
          </a:prstGeom>
          <a:noFill/>
          <a:ln>
            <a:noFill/>
          </a:ln>
        </p:spPr>
      </p:sp>
      <p:sp>
        <p:nvSpPr>
          <p:cNvPr id="188" name="Google Shape;188;p27"/>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189" name="Google Shape;189;p2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0" name="Google Shape;190;p27"/>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191" name="Google Shape;191;p27"/>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92" name="Google Shape;192;p27"/>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3" name="Google Shape;193;p27"/>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4" name="Google Shape;194;p27"/>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95" name="Google Shape;195;p27"/>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6" name="Google Shape;196;p27"/>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
        <p:nvSpPr>
          <p:cNvPr id="197" name="Google Shape;197;p27"/>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lvl1pPr lvl="0">
              <a:spcBef>
                <a:spcPts val="0"/>
              </a:spcBef>
              <a:spcAft>
                <a:spcPts val="0"/>
              </a:spcAft>
              <a:buSzPts val="2000"/>
              <a:buFont typeface="Arimo"/>
              <a:buNone/>
              <a:defRPr sz="2000">
                <a:latin typeface="Arimo"/>
                <a:ea typeface="Arimo"/>
                <a:cs typeface="Arimo"/>
                <a:sym typeface="Arimo"/>
              </a:defRPr>
            </a:lvl1pPr>
            <a:lvl2pPr lvl="1">
              <a:spcBef>
                <a:spcPts val="0"/>
              </a:spcBef>
              <a:spcAft>
                <a:spcPts val="0"/>
              </a:spcAft>
              <a:buSzPts val="2000"/>
              <a:buFont typeface="Arimo"/>
              <a:buNone/>
              <a:defRPr sz="2000">
                <a:latin typeface="Arimo"/>
                <a:ea typeface="Arimo"/>
                <a:cs typeface="Arimo"/>
                <a:sym typeface="Arimo"/>
              </a:defRPr>
            </a:lvl2pPr>
            <a:lvl3pPr lvl="2">
              <a:spcBef>
                <a:spcPts val="0"/>
              </a:spcBef>
              <a:spcAft>
                <a:spcPts val="0"/>
              </a:spcAft>
              <a:buSzPts val="2000"/>
              <a:buFont typeface="Arimo"/>
              <a:buNone/>
              <a:defRPr sz="2000">
                <a:latin typeface="Arimo"/>
                <a:ea typeface="Arimo"/>
                <a:cs typeface="Arimo"/>
                <a:sym typeface="Arimo"/>
              </a:defRPr>
            </a:lvl3pPr>
            <a:lvl4pPr lvl="3">
              <a:spcBef>
                <a:spcPts val="0"/>
              </a:spcBef>
              <a:spcAft>
                <a:spcPts val="0"/>
              </a:spcAft>
              <a:buSzPts val="2000"/>
              <a:buFont typeface="Arimo"/>
              <a:buNone/>
              <a:defRPr sz="2000">
                <a:latin typeface="Arimo"/>
                <a:ea typeface="Arimo"/>
                <a:cs typeface="Arimo"/>
                <a:sym typeface="Arimo"/>
              </a:defRPr>
            </a:lvl4pPr>
            <a:lvl5pPr lvl="4">
              <a:spcBef>
                <a:spcPts val="0"/>
              </a:spcBef>
              <a:spcAft>
                <a:spcPts val="0"/>
              </a:spcAft>
              <a:buSzPts val="2000"/>
              <a:buFont typeface="Arimo"/>
              <a:buNone/>
              <a:defRPr sz="2000">
                <a:latin typeface="Arimo"/>
                <a:ea typeface="Arimo"/>
                <a:cs typeface="Arimo"/>
                <a:sym typeface="Arimo"/>
              </a:defRPr>
            </a:lvl5pPr>
            <a:lvl6pPr lvl="5">
              <a:spcBef>
                <a:spcPts val="0"/>
              </a:spcBef>
              <a:spcAft>
                <a:spcPts val="0"/>
              </a:spcAft>
              <a:buSzPts val="2000"/>
              <a:buFont typeface="Arimo"/>
              <a:buNone/>
              <a:defRPr sz="2000">
                <a:latin typeface="Arimo"/>
                <a:ea typeface="Arimo"/>
                <a:cs typeface="Arimo"/>
                <a:sym typeface="Arimo"/>
              </a:defRPr>
            </a:lvl6pPr>
            <a:lvl7pPr lvl="6">
              <a:spcBef>
                <a:spcPts val="0"/>
              </a:spcBef>
              <a:spcAft>
                <a:spcPts val="0"/>
              </a:spcAft>
              <a:buSzPts val="2000"/>
              <a:buFont typeface="Arimo"/>
              <a:buNone/>
              <a:defRPr sz="2000">
                <a:latin typeface="Arimo"/>
                <a:ea typeface="Arimo"/>
                <a:cs typeface="Arimo"/>
                <a:sym typeface="Arimo"/>
              </a:defRPr>
            </a:lvl7pPr>
            <a:lvl8pPr lvl="7">
              <a:spcBef>
                <a:spcPts val="0"/>
              </a:spcBef>
              <a:spcAft>
                <a:spcPts val="0"/>
              </a:spcAft>
              <a:buSzPts val="2000"/>
              <a:buFont typeface="Arimo"/>
              <a:buNone/>
              <a:defRPr sz="2000">
                <a:latin typeface="Arimo"/>
                <a:ea typeface="Arimo"/>
                <a:cs typeface="Arimo"/>
                <a:sym typeface="Arimo"/>
              </a:defRPr>
            </a:lvl8pPr>
            <a:lvl9pPr lvl="8">
              <a:spcBef>
                <a:spcPts val="0"/>
              </a:spcBef>
              <a:spcAft>
                <a:spcPts val="0"/>
              </a:spcAft>
              <a:buSzPts val="2000"/>
              <a:buFont typeface="Arimo"/>
              <a:buNone/>
              <a:defRPr sz="2000">
                <a:latin typeface="Arimo"/>
                <a:ea typeface="Arimo"/>
                <a:cs typeface="Arimo"/>
                <a:sym typeface="Arim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13_1">
    <p:bg>
      <p:bgPr>
        <a:solidFill>
          <a:schemeClr val="accent5"/>
        </a:solidFill>
      </p:bgPr>
    </p:bg>
    <p:spTree>
      <p:nvGrpSpPr>
        <p:cNvPr id="198" name="Shape 198"/>
        <p:cNvGrpSpPr/>
        <p:nvPr/>
      </p:nvGrpSpPr>
      <p:grpSpPr>
        <a:xfrm>
          <a:off x="0" y="0"/>
          <a:ext cx="0" cy="0"/>
          <a:chOff x="0" y="0"/>
          <a:chExt cx="0" cy="0"/>
        </a:xfrm>
      </p:grpSpPr>
      <p:sp>
        <p:nvSpPr>
          <p:cNvPr id="199" name="Google Shape;199;p28"/>
          <p:cNvSpPr/>
          <p:nvPr>
            <p:ph idx="2" type="pic"/>
          </p:nvPr>
        </p:nvSpPr>
        <p:spPr>
          <a:xfrm>
            <a:off x="4644850" y="1299225"/>
            <a:ext cx="1037700" cy="1056300"/>
          </a:xfrm>
          <a:prstGeom prst="roundRect">
            <a:avLst>
              <a:gd fmla="val 12807" name="adj"/>
            </a:avLst>
          </a:prstGeom>
          <a:noFill/>
          <a:ln>
            <a:noFill/>
          </a:ln>
        </p:spPr>
      </p:sp>
      <p:sp>
        <p:nvSpPr>
          <p:cNvPr id="200" name="Google Shape;200;p28"/>
          <p:cNvSpPr/>
          <p:nvPr>
            <p:ph idx="3" type="pic"/>
          </p:nvPr>
        </p:nvSpPr>
        <p:spPr>
          <a:xfrm>
            <a:off x="4644850" y="3642825"/>
            <a:ext cx="1037700" cy="1056300"/>
          </a:xfrm>
          <a:prstGeom prst="roundRect">
            <a:avLst>
              <a:gd fmla="val 12807" name="adj"/>
            </a:avLst>
          </a:prstGeom>
          <a:noFill/>
          <a:ln>
            <a:noFill/>
          </a:ln>
        </p:spPr>
      </p:sp>
      <p:sp>
        <p:nvSpPr>
          <p:cNvPr id="201" name="Google Shape;201;p28"/>
          <p:cNvSpPr/>
          <p:nvPr>
            <p:ph idx="4" type="pic"/>
          </p:nvPr>
        </p:nvSpPr>
        <p:spPr>
          <a:xfrm>
            <a:off x="7828875" y="2471025"/>
            <a:ext cx="1037700" cy="1056300"/>
          </a:xfrm>
          <a:prstGeom prst="roundRect">
            <a:avLst>
              <a:gd fmla="val 12807" name="adj"/>
            </a:avLst>
          </a:prstGeom>
          <a:noFill/>
          <a:ln>
            <a:noFill/>
          </a:ln>
        </p:spPr>
      </p:sp>
      <p:sp>
        <p:nvSpPr>
          <p:cNvPr id="202" name="Google Shape;202;p28"/>
          <p:cNvSpPr/>
          <p:nvPr>
            <p:ph idx="5" type="pic"/>
          </p:nvPr>
        </p:nvSpPr>
        <p:spPr>
          <a:xfrm>
            <a:off x="373175" y="1147525"/>
            <a:ext cx="3579900" cy="3607500"/>
          </a:xfrm>
          <a:prstGeom prst="roundRect">
            <a:avLst>
              <a:gd fmla="val 11548" name="adj"/>
            </a:avLst>
          </a:prstGeom>
          <a:noFill/>
          <a:ln>
            <a:noFill/>
          </a:ln>
        </p:spPr>
      </p:sp>
      <p:sp>
        <p:nvSpPr>
          <p:cNvPr id="203" name="Google Shape;203;p28"/>
          <p:cNvSpPr txBox="1"/>
          <p:nvPr>
            <p:ph type="title"/>
          </p:nvPr>
        </p:nvSpPr>
        <p:spPr>
          <a:xfrm>
            <a:off x="277500" y="416250"/>
            <a:ext cx="8589000" cy="6267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04" name="Google Shape;204;p2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5" name="Google Shape;205;p28"/>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06" name="Google Shape;206;p28"/>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07" name="Google Shape;207;p28"/>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08" name="Google Shape;208;p28"/>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09" name="Google Shape;209;p28"/>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0" name="Google Shape;210;p28"/>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
        <p:nvSpPr>
          <p:cNvPr id="211" name="Google Shape;211;p28"/>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vl1pPr>
            <a:lvl2pPr lvl="1" algn="ctr">
              <a:lnSpc>
                <a:spcPct val="115000"/>
              </a:lnSpc>
              <a:spcBef>
                <a:spcPts val="0"/>
              </a:spcBef>
              <a:spcAft>
                <a:spcPts val="0"/>
              </a:spcAft>
              <a:buNone/>
              <a:defRPr sz="2000">
                <a:latin typeface="Arimo Medium"/>
                <a:ea typeface="Arimo Medium"/>
                <a:cs typeface="Arimo Medium"/>
                <a:sym typeface="Arimo Medium"/>
              </a:defRPr>
            </a:lvl2pPr>
            <a:lvl3pPr lvl="2" algn="ctr">
              <a:lnSpc>
                <a:spcPct val="115000"/>
              </a:lnSpc>
              <a:spcBef>
                <a:spcPts val="0"/>
              </a:spcBef>
              <a:spcAft>
                <a:spcPts val="0"/>
              </a:spcAft>
              <a:buNone/>
              <a:defRPr sz="2000">
                <a:latin typeface="Arimo Medium"/>
                <a:ea typeface="Arimo Medium"/>
                <a:cs typeface="Arimo Medium"/>
                <a:sym typeface="Arimo Medium"/>
              </a:defRPr>
            </a:lvl3pPr>
            <a:lvl4pPr lvl="3" algn="ctr">
              <a:lnSpc>
                <a:spcPct val="115000"/>
              </a:lnSpc>
              <a:spcBef>
                <a:spcPts val="0"/>
              </a:spcBef>
              <a:spcAft>
                <a:spcPts val="0"/>
              </a:spcAft>
              <a:buNone/>
              <a:defRPr sz="2000">
                <a:latin typeface="Arimo Medium"/>
                <a:ea typeface="Arimo Medium"/>
                <a:cs typeface="Arimo Medium"/>
                <a:sym typeface="Arimo Medium"/>
              </a:defRPr>
            </a:lvl4pPr>
            <a:lvl5pPr lvl="4" algn="ctr">
              <a:lnSpc>
                <a:spcPct val="115000"/>
              </a:lnSpc>
              <a:spcBef>
                <a:spcPts val="0"/>
              </a:spcBef>
              <a:spcAft>
                <a:spcPts val="0"/>
              </a:spcAft>
              <a:buNone/>
              <a:defRPr sz="2000">
                <a:latin typeface="Arimo Medium"/>
                <a:ea typeface="Arimo Medium"/>
                <a:cs typeface="Arimo Medium"/>
                <a:sym typeface="Arimo Medium"/>
              </a:defRPr>
            </a:lvl5pPr>
            <a:lvl6pPr lvl="5" algn="ctr">
              <a:lnSpc>
                <a:spcPct val="115000"/>
              </a:lnSpc>
              <a:spcBef>
                <a:spcPts val="0"/>
              </a:spcBef>
              <a:spcAft>
                <a:spcPts val="0"/>
              </a:spcAft>
              <a:buNone/>
              <a:defRPr sz="2000">
                <a:latin typeface="Arimo Medium"/>
                <a:ea typeface="Arimo Medium"/>
                <a:cs typeface="Arimo Medium"/>
                <a:sym typeface="Arimo Medium"/>
              </a:defRPr>
            </a:lvl6pPr>
            <a:lvl7pPr lvl="6" algn="ctr">
              <a:lnSpc>
                <a:spcPct val="115000"/>
              </a:lnSpc>
              <a:spcBef>
                <a:spcPts val="0"/>
              </a:spcBef>
              <a:spcAft>
                <a:spcPts val="0"/>
              </a:spcAft>
              <a:buNone/>
              <a:defRPr sz="2000">
                <a:latin typeface="Arimo Medium"/>
                <a:ea typeface="Arimo Medium"/>
                <a:cs typeface="Arimo Medium"/>
                <a:sym typeface="Arimo Medium"/>
              </a:defRPr>
            </a:lvl7pPr>
            <a:lvl8pPr lvl="7" algn="ctr">
              <a:lnSpc>
                <a:spcPct val="115000"/>
              </a:lnSpc>
              <a:spcBef>
                <a:spcPts val="0"/>
              </a:spcBef>
              <a:spcAft>
                <a:spcPts val="0"/>
              </a:spcAft>
              <a:buNone/>
              <a:defRPr sz="2000">
                <a:latin typeface="Arimo Medium"/>
                <a:ea typeface="Arimo Medium"/>
                <a:cs typeface="Arimo Medium"/>
                <a:sym typeface="Arimo Medium"/>
              </a:defRPr>
            </a:lvl8pPr>
            <a:lvl9pPr lvl="8" algn="ctr">
              <a:lnSpc>
                <a:spcPct val="115000"/>
              </a:lnSpc>
              <a:spcBef>
                <a:spcPts val="0"/>
              </a:spcBef>
              <a:spcAft>
                <a:spcPts val="0"/>
              </a:spcAft>
              <a:buNone/>
              <a:defRPr sz="2000">
                <a:latin typeface="Arimo Medium"/>
                <a:ea typeface="Arimo Medium"/>
                <a:cs typeface="Arimo Medium"/>
                <a:sym typeface="Arimo Medium"/>
              </a:defRPr>
            </a:lvl9pPr>
          </a:lstStyle>
          <a:p/>
        </p:txBody>
      </p:sp>
      <p:sp>
        <p:nvSpPr>
          <p:cNvPr id="212" name="Google Shape;212;p28"/>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lvl1pPr lvl="0">
              <a:lnSpc>
                <a:spcPct val="115000"/>
              </a:lnSpc>
              <a:spcBef>
                <a:spcPts val="0"/>
              </a:spcBef>
              <a:spcAft>
                <a:spcPts val="0"/>
              </a:spcAft>
              <a:buNone/>
              <a:defRPr sz="800"/>
            </a:lvl1pPr>
            <a:lvl2pPr lvl="1" algn="ctr">
              <a:lnSpc>
                <a:spcPct val="115000"/>
              </a:lnSpc>
              <a:spcBef>
                <a:spcPts val="0"/>
              </a:spcBef>
              <a:spcAft>
                <a:spcPts val="0"/>
              </a:spcAft>
              <a:buNone/>
              <a:defRPr sz="1100">
                <a:latin typeface="Arimo Medium"/>
                <a:ea typeface="Arimo Medium"/>
                <a:cs typeface="Arimo Medium"/>
                <a:sym typeface="Arimo Medium"/>
              </a:defRPr>
            </a:lvl2pPr>
            <a:lvl3pPr lvl="2" algn="ctr">
              <a:lnSpc>
                <a:spcPct val="115000"/>
              </a:lnSpc>
              <a:spcBef>
                <a:spcPts val="0"/>
              </a:spcBef>
              <a:spcAft>
                <a:spcPts val="0"/>
              </a:spcAft>
              <a:buNone/>
              <a:defRPr sz="1100">
                <a:latin typeface="Arimo Medium"/>
                <a:ea typeface="Arimo Medium"/>
                <a:cs typeface="Arimo Medium"/>
                <a:sym typeface="Arimo Medium"/>
              </a:defRPr>
            </a:lvl3pPr>
            <a:lvl4pPr lvl="3" algn="ctr">
              <a:lnSpc>
                <a:spcPct val="115000"/>
              </a:lnSpc>
              <a:spcBef>
                <a:spcPts val="0"/>
              </a:spcBef>
              <a:spcAft>
                <a:spcPts val="0"/>
              </a:spcAft>
              <a:buNone/>
              <a:defRPr sz="1100">
                <a:latin typeface="Arimo Medium"/>
                <a:ea typeface="Arimo Medium"/>
                <a:cs typeface="Arimo Medium"/>
                <a:sym typeface="Arimo Medium"/>
              </a:defRPr>
            </a:lvl4pPr>
            <a:lvl5pPr lvl="4" algn="ctr">
              <a:lnSpc>
                <a:spcPct val="115000"/>
              </a:lnSpc>
              <a:spcBef>
                <a:spcPts val="0"/>
              </a:spcBef>
              <a:spcAft>
                <a:spcPts val="0"/>
              </a:spcAft>
              <a:buNone/>
              <a:defRPr sz="1100">
                <a:latin typeface="Arimo Medium"/>
                <a:ea typeface="Arimo Medium"/>
                <a:cs typeface="Arimo Medium"/>
                <a:sym typeface="Arimo Medium"/>
              </a:defRPr>
            </a:lvl5pPr>
            <a:lvl6pPr lvl="5" algn="ctr">
              <a:lnSpc>
                <a:spcPct val="115000"/>
              </a:lnSpc>
              <a:spcBef>
                <a:spcPts val="0"/>
              </a:spcBef>
              <a:spcAft>
                <a:spcPts val="0"/>
              </a:spcAft>
              <a:buNone/>
              <a:defRPr sz="1100">
                <a:latin typeface="Arimo Medium"/>
                <a:ea typeface="Arimo Medium"/>
                <a:cs typeface="Arimo Medium"/>
                <a:sym typeface="Arimo Medium"/>
              </a:defRPr>
            </a:lvl6pPr>
            <a:lvl7pPr lvl="6" algn="ctr">
              <a:lnSpc>
                <a:spcPct val="115000"/>
              </a:lnSpc>
              <a:spcBef>
                <a:spcPts val="0"/>
              </a:spcBef>
              <a:spcAft>
                <a:spcPts val="0"/>
              </a:spcAft>
              <a:buNone/>
              <a:defRPr sz="1100">
                <a:latin typeface="Arimo Medium"/>
                <a:ea typeface="Arimo Medium"/>
                <a:cs typeface="Arimo Medium"/>
                <a:sym typeface="Arimo Medium"/>
              </a:defRPr>
            </a:lvl7pPr>
            <a:lvl8pPr lvl="7" algn="ctr">
              <a:lnSpc>
                <a:spcPct val="115000"/>
              </a:lnSpc>
              <a:spcBef>
                <a:spcPts val="0"/>
              </a:spcBef>
              <a:spcAft>
                <a:spcPts val="0"/>
              </a:spcAft>
              <a:buNone/>
              <a:defRPr sz="1100">
                <a:latin typeface="Arimo Medium"/>
                <a:ea typeface="Arimo Medium"/>
                <a:cs typeface="Arimo Medium"/>
                <a:sym typeface="Arimo Medium"/>
              </a:defRPr>
            </a:lvl8pPr>
            <a:lvl9pPr lvl="8" algn="ctr">
              <a:lnSpc>
                <a:spcPct val="115000"/>
              </a:lnSpc>
              <a:spcBef>
                <a:spcPts val="0"/>
              </a:spcBef>
              <a:spcAft>
                <a:spcPts val="0"/>
              </a:spcAft>
              <a:buNone/>
              <a:defRPr sz="1100">
                <a:latin typeface="Arimo Medium"/>
                <a:ea typeface="Arimo Medium"/>
                <a:cs typeface="Arimo Medium"/>
                <a:sym typeface="Arimo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CUSTOM_14">
    <p:bg>
      <p:bgPr>
        <a:solidFill>
          <a:schemeClr val="accent5"/>
        </a:solidFill>
      </p:bgPr>
    </p:bg>
    <p:spTree>
      <p:nvGrpSpPr>
        <p:cNvPr id="213" name="Shape 213"/>
        <p:cNvGrpSpPr/>
        <p:nvPr/>
      </p:nvGrpSpPr>
      <p:grpSpPr>
        <a:xfrm>
          <a:off x="0" y="0"/>
          <a:ext cx="0" cy="0"/>
          <a:chOff x="0" y="0"/>
          <a:chExt cx="0" cy="0"/>
        </a:xfrm>
      </p:grpSpPr>
      <p:sp>
        <p:nvSpPr>
          <p:cNvPr id="214" name="Google Shape;214;p29"/>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15" name="Google Shape;215;p2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6" name="Google Shape;216;p2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17" name="Google Shape;217;p29"/>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18" name="Google Shape;218;p29"/>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19" name="Google Shape;219;p29"/>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0" name="Google Shape;220;p29"/>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1" name="Google Shape;221;p29"/>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22" name="Google Shape;222;p29"/>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3" name="Google Shape;223;p29"/>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4" name="Google Shape;224;p29"/>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
        <p:nvSpPr>
          <p:cNvPr id="225" name="Google Shape;225;p29"/>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lvl1pPr lvl="0">
              <a:spcBef>
                <a:spcPts val="0"/>
              </a:spcBef>
              <a:spcAft>
                <a:spcPts val="0"/>
              </a:spcAft>
              <a:buSzPts val="1400"/>
              <a:buFont typeface="Arimo"/>
              <a:buNone/>
              <a:defRPr>
                <a:latin typeface="Arimo"/>
                <a:ea typeface="Arimo"/>
                <a:cs typeface="Arimo"/>
                <a:sym typeface="Arimo"/>
              </a:defRPr>
            </a:lvl1pPr>
            <a:lvl2pPr lvl="1">
              <a:spcBef>
                <a:spcPts val="0"/>
              </a:spcBef>
              <a:spcAft>
                <a:spcPts val="0"/>
              </a:spcAft>
              <a:buSzPts val="1400"/>
              <a:buFont typeface="Arimo"/>
              <a:buNone/>
              <a:defRPr>
                <a:latin typeface="Arimo"/>
                <a:ea typeface="Arimo"/>
                <a:cs typeface="Arimo"/>
                <a:sym typeface="Arimo"/>
              </a:defRPr>
            </a:lvl2pPr>
            <a:lvl3pPr lvl="2">
              <a:spcBef>
                <a:spcPts val="0"/>
              </a:spcBef>
              <a:spcAft>
                <a:spcPts val="0"/>
              </a:spcAft>
              <a:buSzPts val="1400"/>
              <a:buFont typeface="Arimo"/>
              <a:buNone/>
              <a:defRPr>
                <a:latin typeface="Arimo"/>
                <a:ea typeface="Arimo"/>
                <a:cs typeface="Arimo"/>
                <a:sym typeface="Arimo"/>
              </a:defRPr>
            </a:lvl3pPr>
            <a:lvl4pPr lvl="3">
              <a:spcBef>
                <a:spcPts val="0"/>
              </a:spcBef>
              <a:spcAft>
                <a:spcPts val="0"/>
              </a:spcAft>
              <a:buSzPts val="1400"/>
              <a:buFont typeface="Arimo"/>
              <a:buNone/>
              <a:defRPr>
                <a:latin typeface="Arimo"/>
                <a:ea typeface="Arimo"/>
                <a:cs typeface="Arimo"/>
                <a:sym typeface="Arimo"/>
              </a:defRPr>
            </a:lvl4pPr>
            <a:lvl5pPr lvl="4">
              <a:spcBef>
                <a:spcPts val="0"/>
              </a:spcBef>
              <a:spcAft>
                <a:spcPts val="0"/>
              </a:spcAft>
              <a:buSzPts val="1400"/>
              <a:buFont typeface="Arimo"/>
              <a:buNone/>
              <a:defRPr>
                <a:latin typeface="Arimo"/>
                <a:ea typeface="Arimo"/>
                <a:cs typeface="Arimo"/>
                <a:sym typeface="Arimo"/>
              </a:defRPr>
            </a:lvl5pPr>
            <a:lvl6pPr lvl="5">
              <a:spcBef>
                <a:spcPts val="0"/>
              </a:spcBef>
              <a:spcAft>
                <a:spcPts val="0"/>
              </a:spcAft>
              <a:buSzPts val="1400"/>
              <a:buFont typeface="Arimo"/>
              <a:buNone/>
              <a:defRPr>
                <a:latin typeface="Arimo"/>
                <a:ea typeface="Arimo"/>
                <a:cs typeface="Arimo"/>
                <a:sym typeface="Arimo"/>
              </a:defRPr>
            </a:lvl6pPr>
            <a:lvl7pPr lvl="6">
              <a:spcBef>
                <a:spcPts val="0"/>
              </a:spcBef>
              <a:spcAft>
                <a:spcPts val="0"/>
              </a:spcAft>
              <a:buSzPts val="1400"/>
              <a:buFont typeface="Arimo"/>
              <a:buNone/>
              <a:defRPr>
                <a:latin typeface="Arimo"/>
                <a:ea typeface="Arimo"/>
                <a:cs typeface="Arimo"/>
                <a:sym typeface="Arimo"/>
              </a:defRPr>
            </a:lvl7pPr>
            <a:lvl8pPr lvl="7">
              <a:spcBef>
                <a:spcPts val="0"/>
              </a:spcBef>
              <a:spcAft>
                <a:spcPts val="0"/>
              </a:spcAft>
              <a:buSzPts val="1400"/>
              <a:buFont typeface="Arimo"/>
              <a:buNone/>
              <a:defRPr>
                <a:latin typeface="Arimo"/>
                <a:ea typeface="Arimo"/>
                <a:cs typeface="Arimo"/>
                <a:sym typeface="Arimo"/>
              </a:defRPr>
            </a:lvl8pPr>
            <a:lvl9pPr lvl="8">
              <a:spcBef>
                <a:spcPts val="0"/>
              </a:spcBef>
              <a:spcAft>
                <a:spcPts val="0"/>
              </a:spcAft>
              <a:buSzPts val="1400"/>
              <a:buFont typeface="Arimo"/>
              <a:buNone/>
              <a:defRPr>
                <a:latin typeface="Arimo"/>
                <a:ea typeface="Arimo"/>
                <a:cs typeface="Arimo"/>
                <a:sym typeface="Arim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image">
  <p:cSld name="CUSTOM_15">
    <p:bg>
      <p:bgPr>
        <a:solidFill>
          <a:schemeClr val="accent5"/>
        </a:solidFill>
      </p:bgPr>
    </p:bg>
    <p:spTree>
      <p:nvGrpSpPr>
        <p:cNvPr id="226" name="Shape 226"/>
        <p:cNvGrpSpPr/>
        <p:nvPr/>
      </p:nvGrpSpPr>
      <p:grpSpPr>
        <a:xfrm>
          <a:off x="0" y="0"/>
          <a:ext cx="0" cy="0"/>
          <a:chOff x="0" y="0"/>
          <a:chExt cx="0" cy="0"/>
        </a:xfrm>
      </p:grpSpPr>
      <p:sp>
        <p:nvSpPr>
          <p:cNvPr id="227" name="Google Shape;227;p30"/>
          <p:cNvSpPr txBox="1"/>
          <p:nvPr>
            <p:ph type="title"/>
          </p:nvPr>
        </p:nvSpPr>
        <p:spPr>
          <a:xfrm>
            <a:off x="5321925" y="506100"/>
            <a:ext cx="3544500" cy="5793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28" name="Google Shape;228;p30"/>
          <p:cNvSpPr/>
          <p:nvPr>
            <p:ph idx="2" type="pic"/>
          </p:nvPr>
        </p:nvSpPr>
        <p:spPr>
          <a:xfrm>
            <a:off x="392100" y="411300"/>
            <a:ext cx="4297500" cy="4333200"/>
          </a:xfrm>
          <a:prstGeom prst="roundRect">
            <a:avLst>
              <a:gd fmla="val 12298" name="adj"/>
            </a:avLst>
          </a:prstGeom>
          <a:noFill/>
          <a:ln>
            <a:noFill/>
          </a:ln>
        </p:spPr>
      </p:sp>
      <p:sp>
        <p:nvSpPr>
          <p:cNvPr id="229" name="Google Shape;229;p30"/>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30" name="Google Shape;230;p30"/>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p:cSld name="CUSTOM_17_1">
    <p:bg>
      <p:bgPr>
        <a:solidFill>
          <a:schemeClr val="accent5"/>
        </a:solidFill>
      </p:bgPr>
    </p:bg>
    <p:spTree>
      <p:nvGrpSpPr>
        <p:cNvPr id="231" name="Shape 231"/>
        <p:cNvGrpSpPr/>
        <p:nvPr/>
      </p:nvGrpSpPr>
      <p:grpSpPr>
        <a:xfrm>
          <a:off x="0" y="0"/>
          <a:ext cx="0" cy="0"/>
          <a:chOff x="0" y="0"/>
          <a:chExt cx="0" cy="0"/>
        </a:xfrm>
      </p:grpSpPr>
      <p:sp>
        <p:nvSpPr>
          <p:cNvPr id="232" name="Google Shape;232;p31"/>
          <p:cNvSpPr txBox="1"/>
          <p:nvPr>
            <p:ph idx="1" type="subTitle"/>
          </p:nvPr>
        </p:nvSpPr>
        <p:spPr>
          <a:xfrm>
            <a:off x="2775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3" name="Google Shape;233;p31"/>
          <p:cNvSpPr/>
          <p:nvPr>
            <p:ph idx="2" type="pic"/>
          </p:nvPr>
        </p:nvSpPr>
        <p:spPr>
          <a:xfrm>
            <a:off x="289100" y="1685250"/>
            <a:ext cx="1751100" cy="1773000"/>
          </a:xfrm>
          <a:prstGeom prst="roundRect">
            <a:avLst>
              <a:gd fmla="val 11894" name="adj"/>
            </a:avLst>
          </a:prstGeom>
          <a:noFill/>
          <a:ln>
            <a:noFill/>
          </a:ln>
        </p:spPr>
      </p:sp>
      <p:sp>
        <p:nvSpPr>
          <p:cNvPr id="234" name="Google Shape;234;p31"/>
          <p:cNvSpPr/>
          <p:nvPr>
            <p:ph idx="3" type="pic"/>
          </p:nvPr>
        </p:nvSpPr>
        <p:spPr>
          <a:xfrm>
            <a:off x="2152200" y="1685250"/>
            <a:ext cx="1751100" cy="1773000"/>
          </a:xfrm>
          <a:prstGeom prst="roundRect">
            <a:avLst>
              <a:gd fmla="val 11894" name="adj"/>
            </a:avLst>
          </a:prstGeom>
          <a:noFill/>
          <a:ln>
            <a:noFill/>
          </a:ln>
        </p:spPr>
      </p:sp>
      <p:sp>
        <p:nvSpPr>
          <p:cNvPr id="235" name="Google Shape;235;p31"/>
          <p:cNvSpPr/>
          <p:nvPr>
            <p:ph idx="4" type="pic"/>
          </p:nvPr>
        </p:nvSpPr>
        <p:spPr>
          <a:xfrm>
            <a:off x="4015300" y="1685250"/>
            <a:ext cx="1751100" cy="1773000"/>
          </a:xfrm>
          <a:prstGeom prst="roundRect">
            <a:avLst>
              <a:gd fmla="val 11894" name="adj"/>
            </a:avLst>
          </a:prstGeom>
          <a:noFill/>
          <a:ln>
            <a:noFill/>
          </a:ln>
        </p:spPr>
      </p:sp>
      <p:sp>
        <p:nvSpPr>
          <p:cNvPr id="236" name="Google Shape;236;p31"/>
          <p:cNvSpPr/>
          <p:nvPr>
            <p:ph idx="5" type="pic"/>
          </p:nvPr>
        </p:nvSpPr>
        <p:spPr>
          <a:xfrm>
            <a:off x="5866250" y="1685250"/>
            <a:ext cx="1751100" cy="1773000"/>
          </a:xfrm>
          <a:prstGeom prst="roundRect">
            <a:avLst>
              <a:gd fmla="val 11894" name="adj"/>
            </a:avLst>
          </a:prstGeom>
          <a:noFill/>
          <a:ln>
            <a:noFill/>
          </a:ln>
        </p:spPr>
      </p:sp>
      <p:sp>
        <p:nvSpPr>
          <p:cNvPr id="237" name="Google Shape;237;p31"/>
          <p:cNvSpPr txBox="1"/>
          <p:nvPr>
            <p:ph idx="6" type="body"/>
          </p:nvPr>
        </p:nvSpPr>
        <p:spPr>
          <a:xfrm>
            <a:off x="2775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SzPts val="900"/>
              <a:buChar char="●"/>
              <a:defRPr sz="800"/>
            </a:lvl1pPr>
            <a:lvl2pPr indent="-285750" lvl="1" marL="914400">
              <a:lnSpc>
                <a:spcPct val="115000"/>
              </a:lnSpc>
              <a:spcBef>
                <a:spcPts val="800"/>
              </a:spcBef>
              <a:spcAft>
                <a:spcPts val="0"/>
              </a:spcAft>
              <a:buSzPts val="900"/>
              <a:buChar char="○"/>
              <a:defRPr sz="900"/>
            </a:lvl2pPr>
            <a:lvl3pPr indent="-285750" lvl="2" marL="1371600">
              <a:lnSpc>
                <a:spcPct val="115000"/>
              </a:lnSpc>
              <a:spcBef>
                <a:spcPts val="800"/>
              </a:spcBef>
              <a:spcAft>
                <a:spcPts val="0"/>
              </a:spcAft>
              <a:buSzPts val="900"/>
              <a:buChar char="■"/>
              <a:defRPr sz="900"/>
            </a:lvl3pPr>
            <a:lvl4pPr indent="-285750" lvl="3" marL="1828800">
              <a:lnSpc>
                <a:spcPct val="115000"/>
              </a:lnSpc>
              <a:spcBef>
                <a:spcPts val="800"/>
              </a:spcBef>
              <a:spcAft>
                <a:spcPts val="0"/>
              </a:spcAft>
              <a:buSzPts val="900"/>
              <a:buChar char="●"/>
              <a:defRPr sz="900"/>
            </a:lvl4pPr>
            <a:lvl5pPr indent="-285750" lvl="4" marL="2286000">
              <a:lnSpc>
                <a:spcPct val="115000"/>
              </a:lnSpc>
              <a:spcBef>
                <a:spcPts val="800"/>
              </a:spcBef>
              <a:spcAft>
                <a:spcPts val="0"/>
              </a:spcAft>
              <a:buSzPts val="900"/>
              <a:buChar char="○"/>
              <a:defRPr sz="900"/>
            </a:lvl5pPr>
            <a:lvl6pPr indent="-285750" lvl="5" marL="2743200">
              <a:lnSpc>
                <a:spcPct val="115000"/>
              </a:lnSpc>
              <a:spcBef>
                <a:spcPts val="800"/>
              </a:spcBef>
              <a:spcAft>
                <a:spcPts val="0"/>
              </a:spcAft>
              <a:buSzPts val="900"/>
              <a:buChar char="■"/>
              <a:defRPr sz="900"/>
            </a:lvl6pPr>
            <a:lvl7pPr indent="-285750" lvl="6" marL="3200400">
              <a:lnSpc>
                <a:spcPct val="115000"/>
              </a:lnSpc>
              <a:spcBef>
                <a:spcPts val="800"/>
              </a:spcBef>
              <a:spcAft>
                <a:spcPts val="0"/>
              </a:spcAft>
              <a:buSzPts val="900"/>
              <a:buChar char="●"/>
              <a:defRPr sz="900"/>
            </a:lvl7pPr>
            <a:lvl8pPr indent="-285750" lvl="7" marL="3657600">
              <a:lnSpc>
                <a:spcPct val="115000"/>
              </a:lnSpc>
              <a:spcBef>
                <a:spcPts val="800"/>
              </a:spcBef>
              <a:spcAft>
                <a:spcPts val="0"/>
              </a:spcAft>
              <a:buSzPts val="900"/>
              <a:buChar char="○"/>
              <a:defRPr sz="900"/>
            </a:lvl8pPr>
            <a:lvl9pPr indent="-285750" lvl="8" marL="4114800">
              <a:lnSpc>
                <a:spcPct val="115000"/>
              </a:lnSpc>
              <a:spcBef>
                <a:spcPts val="800"/>
              </a:spcBef>
              <a:spcAft>
                <a:spcPts val="800"/>
              </a:spcAft>
              <a:buSzPts val="900"/>
              <a:buChar char="■"/>
              <a:defRPr sz="900"/>
            </a:lvl9pPr>
          </a:lstStyle>
          <a:p/>
        </p:txBody>
      </p:sp>
      <p:sp>
        <p:nvSpPr>
          <p:cNvPr id="238" name="Google Shape;238;p31"/>
          <p:cNvSpPr txBox="1"/>
          <p:nvPr>
            <p:ph idx="7" type="subTitle"/>
          </p:nvPr>
        </p:nvSpPr>
        <p:spPr>
          <a:xfrm>
            <a:off x="21481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39" name="Google Shape;239;p31"/>
          <p:cNvSpPr txBox="1"/>
          <p:nvPr>
            <p:ph idx="8" type="body"/>
          </p:nvPr>
        </p:nvSpPr>
        <p:spPr>
          <a:xfrm>
            <a:off x="21481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0" name="Google Shape;240;p31"/>
          <p:cNvSpPr txBox="1"/>
          <p:nvPr>
            <p:ph idx="9" type="subTitle"/>
          </p:nvPr>
        </p:nvSpPr>
        <p:spPr>
          <a:xfrm>
            <a:off x="401880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1" name="Google Shape;241;p31"/>
          <p:cNvSpPr txBox="1"/>
          <p:nvPr>
            <p:ph idx="13" type="body"/>
          </p:nvPr>
        </p:nvSpPr>
        <p:spPr>
          <a:xfrm>
            <a:off x="401880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2" name="Google Shape;242;p31"/>
          <p:cNvSpPr txBox="1"/>
          <p:nvPr>
            <p:ph idx="14" type="subTitle"/>
          </p:nvPr>
        </p:nvSpPr>
        <p:spPr>
          <a:xfrm>
            <a:off x="5853650" y="4025940"/>
            <a:ext cx="1759200" cy="290100"/>
          </a:xfrm>
          <a:prstGeom prst="rect">
            <a:avLst/>
          </a:prstGeom>
        </p:spPr>
        <p:txBody>
          <a:bodyPr anchorCtr="0" anchor="b" bIns="0" lIns="91425" spcFirstLastPara="1" rIns="91425" wrap="square" tIns="0">
            <a:noAutofit/>
          </a:bodyPr>
          <a:lstStyle>
            <a:lvl1pPr lvl="0">
              <a:spcBef>
                <a:spcPts val="0"/>
              </a:spcBef>
              <a:spcAft>
                <a:spcPts val="0"/>
              </a:spcAft>
              <a:buClr>
                <a:schemeClr val="dk1"/>
              </a:buClr>
              <a:buSzPts val="1000"/>
              <a:buFont typeface="Arimo"/>
              <a:buNone/>
              <a:defRPr sz="1100">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43" name="Google Shape;243;p31"/>
          <p:cNvSpPr txBox="1"/>
          <p:nvPr>
            <p:ph idx="15" type="body"/>
          </p:nvPr>
        </p:nvSpPr>
        <p:spPr>
          <a:xfrm>
            <a:off x="5853650" y="4361380"/>
            <a:ext cx="1759200" cy="498600"/>
          </a:xfrm>
          <a:prstGeom prst="rect">
            <a:avLst/>
          </a:prstGeom>
        </p:spPr>
        <p:txBody>
          <a:bodyPr anchorCtr="0" anchor="t" bIns="91425" lIns="91425" spcFirstLastPara="1" rIns="91425" wrap="square" tIns="91425">
            <a:noAutofit/>
          </a:bodyPr>
          <a:lstStyle>
            <a:lvl1pPr indent="-285750" lvl="0" marL="457200">
              <a:lnSpc>
                <a:spcPct val="115000"/>
              </a:lnSpc>
              <a:spcBef>
                <a:spcPts val="0"/>
              </a:spcBef>
              <a:spcAft>
                <a:spcPts val="0"/>
              </a:spcAft>
              <a:buClr>
                <a:schemeClr val="dk1"/>
              </a:buClr>
              <a:buSzPts val="900"/>
              <a:buChar char="●"/>
              <a:defRPr sz="800"/>
            </a:lvl1pPr>
            <a:lvl2pPr indent="-285750" lvl="1" marL="914400">
              <a:lnSpc>
                <a:spcPct val="115000"/>
              </a:lnSpc>
              <a:spcBef>
                <a:spcPts val="800"/>
              </a:spcBef>
              <a:spcAft>
                <a:spcPts val="0"/>
              </a:spcAft>
              <a:buClr>
                <a:schemeClr val="dk1"/>
              </a:buClr>
              <a:buSzPts val="900"/>
              <a:buChar char="○"/>
              <a:defRPr sz="900"/>
            </a:lvl2pPr>
            <a:lvl3pPr indent="-285750" lvl="2" marL="1371600">
              <a:lnSpc>
                <a:spcPct val="115000"/>
              </a:lnSpc>
              <a:spcBef>
                <a:spcPts val="800"/>
              </a:spcBef>
              <a:spcAft>
                <a:spcPts val="0"/>
              </a:spcAft>
              <a:buClr>
                <a:schemeClr val="dk1"/>
              </a:buClr>
              <a:buSzPts val="900"/>
              <a:buChar char="■"/>
              <a:defRPr sz="900"/>
            </a:lvl3pPr>
            <a:lvl4pPr indent="-285750" lvl="3" marL="1828800">
              <a:lnSpc>
                <a:spcPct val="115000"/>
              </a:lnSpc>
              <a:spcBef>
                <a:spcPts val="800"/>
              </a:spcBef>
              <a:spcAft>
                <a:spcPts val="0"/>
              </a:spcAft>
              <a:buClr>
                <a:schemeClr val="dk1"/>
              </a:buClr>
              <a:buSzPts val="900"/>
              <a:buChar char="●"/>
              <a:defRPr sz="900"/>
            </a:lvl4pPr>
            <a:lvl5pPr indent="-285750" lvl="4" marL="2286000">
              <a:lnSpc>
                <a:spcPct val="115000"/>
              </a:lnSpc>
              <a:spcBef>
                <a:spcPts val="800"/>
              </a:spcBef>
              <a:spcAft>
                <a:spcPts val="0"/>
              </a:spcAft>
              <a:buClr>
                <a:schemeClr val="dk1"/>
              </a:buClr>
              <a:buSzPts val="900"/>
              <a:buChar char="○"/>
              <a:defRPr sz="900"/>
            </a:lvl5pPr>
            <a:lvl6pPr indent="-285750" lvl="5" marL="2743200">
              <a:lnSpc>
                <a:spcPct val="115000"/>
              </a:lnSpc>
              <a:spcBef>
                <a:spcPts val="800"/>
              </a:spcBef>
              <a:spcAft>
                <a:spcPts val="0"/>
              </a:spcAft>
              <a:buClr>
                <a:schemeClr val="dk1"/>
              </a:buClr>
              <a:buSzPts val="900"/>
              <a:buChar char="■"/>
              <a:defRPr sz="900"/>
            </a:lvl6pPr>
            <a:lvl7pPr indent="-285750" lvl="6" marL="3200400">
              <a:lnSpc>
                <a:spcPct val="115000"/>
              </a:lnSpc>
              <a:spcBef>
                <a:spcPts val="800"/>
              </a:spcBef>
              <a:spcAft>
                <a:spcPts val="0"/>
              </a:spcAft>
              <a:buClr>
                <a:schemeClr val="dk1"/>
              </a:buClr>
              <a:buSzPts val="900"/>
              <a:buChar char="●"/>
              <a:defRPr sz="900"/>
            </a:lvl7pPr>
            <a:lvl8pPr indent="-285750" lvl="7" marL="3657600">
              <a:lnSpc>
                <a:spcPct val="115000"/>
              </a:lnSpc>
              <a:spcBef>
                <a:spcPts val="800"/>
              </a:spcBef>
              <a:spcAft>
                <a:spcPts val="0"/>
              </a:spcAft>
              <a:buClr>
                <a:schemeClr val="dk1"/>
              </a:buClr>
              <a:buSzPts val="900"/>
              <a:buChar char="○"/>
              <a:defRPr sz="900"/>
            </a:lvl8pPr>
            <a:lvl9pPr indent="-285750" lvl="8" marL="4114800">
              <a:lnSpc>
                <a:spcPct val="115000"/>
              </a:lnSpc>
              <a:spcBef>
                <a:spcPts val="800"/>
              </a:spcBef>
              <a:spcAft>
                <a:spcPts val="800"/>
              </a:spcAft>
              <a:buClr>
                <a:schemeClr val="dk1"/>
              </a:buClr>
              <a:buSzPts val="900"/>
              <a:buChar char="■"/>
              <a:defRPr sz="900"/>
            </a:lvl9pPr>
          </a:lstStyle>
          <a:p/>
        </p:txBody>
      </p:sp>
      <p:sp>
        <p:nvSpPr>
          <p:cNvPr id="244" name="Google Shape;244;p31"/>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45" name="Google Shape;245;p31"/>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6" name="Google Shape;246;p31"/>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47" name="Google Shape;247;p31"/>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
    <p:bg>
      <p:bgPr>
        <a:solidFill>
          <a:schemeClr val="accent5"/>
        </a:solidFill>
      </p:bgPr>
    </p:bg>
    <p:spTree>
      <p:nvGrpSpPr>
        <p:cNvPr id="248" name="Shape 248"/>
        <p:cNvGrpSpPr/>
        <p:nvPr/>
      </p:nvGrpSpPr>
      <p:grpSpPr>
        <a:xfrm>
          <a:off x="0" y="0"/>
          <a:ext cx="0" cy="0"/>
          <a:chOff x="0" y="0"/>
          <a:chExt cx="0" cy="0"/>
        </a:xfrm>
      </p:grpSpPr>
      <p:sp>
        <p:nvSpPr>
          <p:cNvPr id="249" name="Google Shape;249;p32"/>
          <p:cNvSpPr/>
          <p:nvPr>
            <p:ph idx="2" type="pic"/>
          </p:nvPr>
        </p:nvSpPr>
        <p:spPr>
          <a:xfrm>
            <a:off x="392100" y="411300"/>
            <a:ext cx="4915800" cy="4333200"/>
          </a:xfrm>
          <a:prstGeom prst="roundRect">
            <a:avLst>
              <a:gd fmla="val 11160" name="adj"/>
            </a:avLst>
          </a:prstGeom>
          <a:noFill/>
          <a:ln>
            <a:noFill/>
          </a:ln>
        </p:spPr>
      </p:sp>
      <p:sp>
        <p:nvSpPr>
          <p:cNvPr id="250" name="Google Shape;250;p32"/>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lvl1pPr lvl="0">
              <a:lnSpc>
                <a:spcPct val="100000"/>
              </a:lnSpc>
              <a:spcBef>
                <a:spcPts val="0"/>
              </a:spcBef>
              <a:spcAft>
                <a:spcPts val="0"/>
              </a:spcAft>
              <a:buNone/>
              <a:defRPr sz="20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1" name="Google Shape;251;p32"/>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1100"/>
            </a:lvl1pPr>
            <a:lvl2pPr lvl="1" algn="ctr">
              <a:lnSpc>
                <a:spcPct val="115000"/>
              </a:lnSpc>
              <a:spcBef>
                <a:spcPts val="0"/>
              </a:spcBef>
              <a:spcAft>
                <a:spcPts val="0"/>
              </a:spcAft>
              <a:buNone/>
              <a:defRPr sz="4800">
                <a:latin typeface="Arimo Medium"/>
                <a:ea typeface="Arimo Medium"/>
                <a:cs typeface="Arimo Medium"/>
                <a:sym typeface="Arimo Medium"/>
              </a:defRPr>
            </a:lvl2pPr>
            <a:lvl3pPr lvl="2" algn="ctr">
              <a:lnSpc>
                <a:spcPct val="115000"/>
              </a:lnSpc>
              <a:spcBef>
                <a:spcPts val="0"/>
              </a:spcBef>
              <a:spcAft>
                <a:spcPts val="0"/>
              </a:spcAft>
              <a:buNone/>
              <a:defRPr sz="4800">
                <a:latin typeface="Arimo Medium"/>
                <a:ea typeface="Arimo Medium"/>
                <a:cs typeface="Arimo Medium"/>
                <a:sym typeface="Arimo Medium"/>
              </a:defRPr>
            </a:lvl3pPr>
            <a:lvl4pPr lvl="3" algn="ctr">
              <a:lnSpc>
                <a:spcPct val="115000"/>
              </a:lnSpc>
              <a:spcBef>
                <a:spcPts val="0"/>
              </a:spcBef>
              <a:spcAft>
                <a:spcPts val="0"/>
              </a:spcAft>
              <a:buNone/>
              <a:defRPr sz="4800">
                <a:latin typeface="Arimo Medium"/>
                <a:ea typeface="Arimo Medium"/>
                <a:cs typeface="Arimo Medium"/>
                <a:sym typeface="Arimo Medium"/>
              </a:defRPr>
            </a:lvl4pPr>
            <a:lvl5pPr lvl="4" algn="ctr">
              <a:lnSpc>
                <a:spcPct val="115000"/>
              </a:lnSpc>
              <a:spcBef>
                <a:spcPts val="0"/>
              </a:spcBef>
              <a:spcAft>
                <a:spcPts val="0"/>
              </a:spcAft>
              <a:buNone/>
              <a:defRPr sz="4800">
                <a:latin typeface="Arimo Medium"/>
                <a:ea typeface="Arimo Medium"/>
                <a:cs typeface="Arimo Medium"/>
                <a:sym typeface="Arimo Medium"/>
              </a:defRPr>
            </a:lvl5pPr>
            <a:lvl6pPr lvl="5" algn="ctr">
              <a:lnSpc>
                <a:spcPct val="115000"/>
              </a:lnSpc>
              <a:spcBef>
                <a:spcPts val="0"/>
              </a:spcBef>
              <a:spcAft>
                <a:spcPts val="0"/>
              </a:spcAft>
              <a:buNone/>
              <a:defRPr sz="4800">
                <a:latin typeface="Arimo Medium"/>
                <a:ea typeface="Arimo Medium"/>
                <a:cs typeface="Arimo Medium"/>
                <a:sym typeface="Arimo Medium"/>
              </a:defRPr>
            </a:lvl6pPr>
            <a:lvl7pPr lvl="6" algn="ctr">
              <a:lnSpc>
                <a:spcPct val="115000"/>
              </a:lnSpc>
              <a:spcBef>
                <a:spcPts val="0"/>
              </a:spcBef>
              <a:spcAft>
                <a:spcPts val="0"/>
              </a:spcAft>
              <a:buNone/>
              <a:defRPr sz="4800">
                <a:latin typeface="Arimo Medium"/>
                <a:ea typeface="Arimo Medium"/>
                <a:cs typeface="Arimo Medium"/>
                <a:sym typeface="Arimo Medium"/>
              </a:defRPr>
            </a:lvl7pPr>
            <a:lvl8pPr lvl="7" algn="ctr">
              <a:lnSpc>
                <a:spcPct val="115000"/>
              </a:lnSpc>
              <a:spcBef>
                <a:spcPts val="0"/>
              </a:spcBef>
              <a:spcAft>
                <a:spcPts val="0"/>
              </a:spcAft>
              <a:buNone/>
              <a:defRPr sz="4800">
                <a:latin typeface="Arimo Medium"/>
                <a:ea typeface="Arimo Medium"/>
                <a:cs typeface="Arimo Medium"/>
                <a:sym typeface="Arimo Medium"/>
              </a:defRPr>
            </a:lvl8pPr>
            <a:lvl9pPr lvl="8" algn="ctr">
              <a:lnSpc>
                <a:spcPct val="115000"/>
              </a:lnSpc>
              <a:spcBef>
                <a:spcPts val="0"/>
              </a:spcBef>
              <a:spcAft>
                <a:spcPts val="0"/>
              </a:spcAft>
              <a:buNone/>
              <a:defRPr sz="4800">
                <a:latin typeface="Arimo Medium"/>
                <a:ea typeface="Arimo Medium"/>
                <a:cs typeface="Arimo Medium"/>
                <a:sym typeface="Arimo Medium"/>
              </a:defRPr>
            </a:lvl9pPr>
          </a:lstStyle>
          <a:p/>
        </p:txBody>
      </p:sp>
      <p:sp>
        <p:nvSpPr>
          <p:cNvPr id="252" name="Google Shape;252;p32"/>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53" name="Google Shape;253;p32"/>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extLst>
    <p:ext uri="{DCECCB84-F9BA-43D5-87BE-67443E8EF086}">
      <p15:sldGuideLst>
        <p15:guide id="1" pos="2653">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characteristics">
  <p:cSld name="CUSTOM_19_2">
    <p:bg>
      <p:bgPr>
        <a:solidFill>
          <a:schemeClr val="accent5"/>
        </a:solidFill>
      </p:bgPr>
    </p:bg>
    <p:spTree>
      <p:nvGrpSpPr>
        <p:cNvPr id="254" name="Shape 254"/>
        <p:cNvGrpSpPr/>
        <p:nvPr/>
      </p:nvGrpSpPr>
      <p:grpSpPr>
        <a:xfrm>
          <a:off x="0" y="0"/>
          <a:ext cx="0" cy="0"/>
          <a:chOff x="0" y="0"/>
          <a:chExt cx="0" cy="0"/>
        </a:xfrm>
      </p:grpSpPr>
      <p:sp>
        <p:nvSpPr>
          <p:cNvPr id="255" name="Google Shape;255;p33"/>
          <p:cNvSpPr/>
          <p:nvPr/>
        </p:nvSpPr>
        <p:spPr>
          <a:xfrm>
            <a:off x="6766675" y="282250"/>
            <a:ext cx="2099700" cy="3008100"/>
          </a:xfrm>
          <a:prstGeom prst="roundRect">
            <a:avLst>
              <a:gd fmla="val 1195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6" name="Google Shape;256;p33"/>
          <p:cNvSpPr/>
          <p:nvPr/>
        </p:nvSpPr>
        <p:spPr>
          <a:xfrm>
            <a:off x="277425" y="3414025"/>
            <a:ext cx="3513600" cy="1447800"/>
          </a:xfrm>
          <a:prstGeom prst="roundRect">
            <a:avLst>
              <a:gd fmla="val 156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57" name="Google Shape;257;p33"/>
          <p:cNvSpPr/>
          <p:nvPr/>
        </p:nvSpPr>
        <p:spPr>
          <a:xfrm>
            <a:off x="5298000" y="1843500"/>
            <a:ext cx="1350600" cy="1447800"/>
          </a:xfrm>
          <a:prstGeom prst="roundRect">
            <a:avLst>
              <a:gd fmla="val 20704"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258" name="Google Shape;258;p33"/>
          <p:cNvSpPr/>
          <p:nvPr/>
        </p:nvSpPr>
        <p:spPr>
          <a:xfrm rot="-5400000">
            <a:off x="5577475" y="2049100"/>
            <a:ext cx="566700" cy="8673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259" name="Google Shape;259;p33"/>
          <p:cNvSpPr/>
          <p:nvPr/>
        </p:nvSpPr>
        <p:spPr>
          <a:xfrm>
            <a:off x="5426850" y="21940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300">
              <a:solidFill>
                <a:schemeClr val="lt2"/>
              </a:solidFill>
              <a:latin typeface="Arimo"/>
              <a:ea typeface="Arimo"/>
              <a:cs typeface="Arimo"/>
              <a:sym typeface="Arimo"/>
            </a:endParaRPr>
          </a:p>
        </p:txBody>
      </p:sp>
      <p:sp>
        <p:nvSpPr>
          <p:cNvPr id="260" name="Google Shape;260;p33"/>
          <p:cNvSpPr/>
          <p:nvPr>
            <p:ph idx="2" type="pic"/>
          </p:nvPr>
        </p:nvSpPr>
        <p:spPr>
          <a:xfrm>
            <a:off x="3910200" y="3408075"/>
            <a:ext cx="3486300" cy="1447800"/>
          </a:xfrm>
          <a:prstGeom prst="roundRect">
            <a:avLst>
              <a:gd fmla="val 16397" name="adj"/>
            </a:avLst>
          </a:prstGeom>
          <a:noFill/>
          <a:ln>
            <a:noFill/>
          </a:ln>
        </p:spPr>
      </p:sp>
      <p:sp>
        <p:nvSpPr>
          <p:cNvPr id="261" name="Google Shape;261;p33"/>
          <p:cNvSpPr/>
          <p:nvPr>
            <p:ph idx="3" type="pic"/>
          </p:nvPr>
        </p:nvSpPr>
        <p:spPr>
          <a:xfrm>
            <a:off x="277500" y="277500"/>
            <a:ext cx="2765700" cy="3013800"/>
          </a:xfrm>
          <a:prstGeom prst="roundRect">
            <a:avLst>
              <a:gd fmla="val 8721" name="adj"/>
            </a:avLst>
          </a:prstGeom>
          <a:noFill/>
          <a:ln>
            <a:noFill/>
          </a:ln>
        </p:spPr>
      </p:sp>
      <p:sp>
        <p:nvSpPr>
          <p:cNvPr id="262" name="Google Shape;262;p33"/>
          <p:cNvSpPr/>
          <p:nvPr>
            <p:ph idx="4" type="pic"/>
          </p:nvPr>
        </p:nvSpPr>
        <p:spPr>
          <a:xfrm>
            <a:off x="3161225" y="277500"/>
            <a:ext cx="1350600" cy="1447800"/>
          </a:xfrm>
          <a:prstGeom prst="roundRect">
            <a:avLst>
              <a:gd fmla="val 15267" name="adj"/>
            </a:avLst>
          </a:prstGeom>
          <a:noFill/>
          <a:ln>
            <a:noFill/>
          </a:ln>
        </p:spPr>
      </p:sp>
      <p:sp>
        <p:nvSpPr>
          <p:cNvPr id="263" name="Google Shape;263;p33"/>
          <p:cNvSpPr/>
          <p:nvPr>
            <p:ph idx="5" type="pic"/>
          </p:nvPr>
        </p:nvSpPr>
        <p:spPr>
          <a:xfrm>
            <a:off x="6883575" y="399550"/>
            <a:ext cx="1866000" cy="2775000"/>
          </a:xfrm>
          <a:prstGeom prst="roundRect">
            <a:avLst>
              <a:gd fmla="val 9097" name="adj"/>
            </a:avLst>
          </a:prstGeom>
          <a:noFill/>
          <a:ln>
            <a:noFill/>
          </a:ln>
        </p:spPr>
      </p:sp>
      <p:sp>
        <p:nvSpPr>
          <p:cNvPr id="264" name="Google Shape;264;p33"/>
          <p:cNvSpPr/>
          <p:nvPr>
            <p:ph idx="6" type="pic"/>
          </p:nvPr>
        </p:nvSpPr>
        <p:spPr>
          <a:xfrm>
            <a:off x="7516025" y="3407700"/>
            <a:ext cx="1350600" cy="1447800"/>
          </a:xfrm>
          <a:prstGeom prst="roundRect">
            <a:avLst>
              <a:gd fmla="val 16397" name="adj"/>
            </a:avLst>
          </a:prstGeom>
          <a:noFill/>
          <a:ln>
            <a:noFill/>
          </a:ln>
        </p:spPr>
      </p:sp>
      <p:sp>
        <p:nvSpPr>
          <p:cNvPr id="265" name="Google Shape;265;p33"/>
          <p:cNvSpPr/>
          <p:nvPr>
            <p:ph idx="7" type="pic"/>
          </p:nvPr>
        </p:nvSpPr>
        <p:spPr>
          <a:xfrm>
            <a:off x="394425" y="3528475"/>
            <a:ext cx="3279600" cy="1218900"/>
          </a:xfrm>
          <a:prstGeom prst="roundRect">
            <a:avLst>
              <a:gd fmla="val 11412" name="adj"/>
            </a:avLst>
          </a:prstGeom>
          <a:noFill/>
          <a:ln>
            <a:noFill/>
          </a:ln>
        </p:spPr>
      </p:sp>
      <p:sp>
        <p:nvSpPr>
          <p:cNvPr id="266" name="Google Shape;266;p33"/>
          <p:cNvSpPr/>
          <p:nvPr/>
        </p:nvSpPr>
        <p:spPr>
          <a:xfrm>
            <a:off x="3161225" y="1842600"/>
            <a:ext cx="2018700" cy="14478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267" name="Google Shape;267;p33"/>
          <p:cNvSpPr/>
          <p:nvPr/>
        </p:nvSpPr>
        <p:spPr>
          <a:xfrm>
            <a:off x="4629850" y="279301"/>
            <a:ext cx="2018700" cy="1447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cxnSp>
        <p:nvCxnSpPr>
          <p:cNvPr id="268" name="Google Shape;268;p33"/>
          <p:cNvCxnSpPr>
            <a:stCxn id="266" idx="1"/>
            <a:endCxn id="266"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269" name="Google Shape;269;p3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a:solidFill>
                  <a:schemeClr val="lt1"/>
                </a:solidFill>
                <a:latin typeface="Arimo"/>
                <a:ea typeface="Arimo"/>
                <a:cs typeface="Arimo"/>
                <a:sym typeface="Arimo"/>
              </a:defRPr>
            </a:lvl1pPr>
            <a:lvl2pPr lvl="1">
              <a:lnSpc>
                <a:spcPct val="90000"/>
              </a:lnSpc>
              <a:spcBef>
                <a:spcPts val="0"/>
              </a:spcBef>
              <a:spcAft>
                <a:spcPts val="0"/>
              </a:spcAft>
              <a:buNone/>
              <a:defRPr sz="1500">
                <a:solidFill>
                  <a:schemeClr val="lt1"/>
                </a:solidFill>
                <a:latin typeface="Arimo"/>
                <a:ea typeface="Arimo"/>
                <a:cs typeface="Arimo"/>
                <a:sym typeface="Arimo"/>
              </a:defRPr>
            </a:lvl2pPr>
            <a:lvl3pPr lvl="2">
              <a:lnSpc>
                <a:spcPct val="90000"/>
              </a:lnSpc>
              <a:spcBef>
                <a:spcPts val="0"/>
              </a:spcBef>
              <a:spcAft>
                <a:spcPts val="0"/>
              </a:spcAft>
              <a:buNone/>
              <a:defRPr sz="1500">
                <a:solidFill>
                  <a:schemeClr val="lt1"/>
                </a:solidFill>
                <a:latin typeface="Arimo"/>
                <a:ea typeface="Arimo"/>
                <a:cs typeface="Arimo"/>
                <a:sym typeface="Arimo"/>
              </a:defRPr>
            </a:lvl3pPr>
            <a:lvl4pPr lvl="3">
              <a:lnSpc>
                <a:spcPct val="90000"/>
              </a:lnSpc>
              <a:spcBef>
                <a:spcPts val="0"/>
              </a:spcBef>
              <a:spcAft>
                <a:spcPts val="0"/>
              </a:spcAft>
              <a:buNone/>
              <a:defRPr sz="1500">
                <a:solidFill>
                  <a:schemeClr val="lt1"/>
                </a:solidFill>
                <a:latin typeface="Arimo"/>
                <a:ea typeface="Arimo"/>
                <a:cs typeface="Arimo"/>
                <a:sym typeface="Arimo"/>
              </a:defRPr>
            </a:lvl4pPr>
            <a:lvl5pPr lvl="4">
              <a:lnSpc>
                <a:spcPct val="90000"/>
              </a:lnSpc>
              <a:spcBef>
                <a:spcPts val="0"/>
              </a:spcBef>
              <a:spcAft>
                <a:spcPts val="0"/>
              </a:spcAft>
              <a:buNone/>
              <a:defRPr sz="1500">
                <a:solidFill>
                  <a:schemeClr val="lt1"/>
                </a:solidFill>
                <a:latin typeface="Arimo"/>
                <a:ea typeface="Arimo"/>
                <a:cs typeface="Arimo"/>
                <a:sym typeface="Arimo"/>
              </a:defRPr>
            </a:lvl5pPr>
            <a:lvl6pPr lvl="5">
              <a:lnSpc>
                <a:spcPct val="90000"/>
              </a:lnSpc>
              <a:spcBef>
                <a:spcPts val="0"/>
              </a:spcBef>
              <a:spcAft>
                <a:spcPts val="0"/>
              </a:spcAft>
              <a:buNone/>
              <a:defRPr sz="1500">
                <a:solidFill>
                  <a:schemeClr val="lt1"/>
                </a:solidFill>
                <a:latin typeface="Arimo"/>
                <a:ea typeface="Arimo"/>
                <a:cs typeface="Arimo"/>
                <a:sym typeface="Arimo"/>
              </a:defRPr>
            </a:lvl6pPr>
            <a:lvl7pPr lvl="6">
              <a:lnSpc>
                <a:spcPct val="90000"/>
              </a:lnSpc>
              <a:spcBef>
                <a:spcPts val="0"/>
              </a:spcBef>
              <a:spcAft>
                <a:spcPts val="0"/>
              </a:spcAft>
              <a:buNone/>
              <a:defRPr sz="1500">
                <a:solidFill>
                  <a:schemeClr val="lt1"/>
                </a:solidFill>
                <a:latin typeface="Arimo"/>
                <a:ea typeface="Arimo"/>
                <a:cs typeface="Arimo"/>
                <a:sym typeface="Arimo"/>
              </a:defRPr>
            </a:lvl7pPr>
            <a:lvl8pPr lvl="7">
              <a:lnSpc>
                <a:spcPct val="90000"/>
              </a:lnSpc>
              <a:spcBef>
                <a:spcPts val="0"/>
              </a:spcBef>
              <a:spcAft>
                <a:spcPts val="0"/>
              </a:spcAft>
              <a:buNone/>
              <a:defRPr sz="1500">
                <a:solidFill>
                  <a:schemeClr val="lt1"/>
                </a:solidFill>
                <a:latin typeface="Arimo"/>
                <a:ea typeface="Arimo"/>
                <a:cs typeface="Arimo"/>
                <a:sym typeface="Arimo"/>
              </a:defRPr>
            </a:lvl8pPr>
            <a:lvl9pPr lvl="8">
              <a:lnSpc>
                <a:spcPct val="90000"/>
              </a:lnSpc>
              <a:spcBef>
                <a:spcPts val="0"/>
              </a:spcBef>
              <a:spcAft>
                <a:spcPts val="0"/>
              </a:spcAft>
              <a:buNone/>
              <a:defRPr sz="1500">
                <a:solidFill>
                  <a:schemeClr val="lt1"/>
                </a:solidFill>
                <a:latin typeface="Arimo"/>
                <a:ea typeface="Arimo"/>
                <a:cs typeface="Arimo"/>
                <a:sym typeface="Arimo"/>
              </a:defRPr>
            </a:lvl9pPr>
          </a:lstStyle>
          <a:p/>
        </p:txBody>
      </p:sp>
      <p:sp>
        <p:nvSpPr>
          <p:cNvPr id="270" name="Google Shape;270;p3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a:solidFill>
                  <a:schemeClr val="lt2"/>
                </a:solidFill>
                <a:latin typeface="Arimo"/>
                <a:ea typeface="Arimo"/>
                <a:cs typeface="Arimo"/>
                <a:sym typeface="Arimo"/>
              </a:defRPr>
            </a:lvl1pPr>
            <a:lvl2pPr lvl="1">
              <a:lnSpc>
                <a:spcPct val="90000"/>
              </a:lnSpc>
              <a:spcBef>
                <a:spcPts val="0"/>
              </a:spcBef>
              <a:spcAft>
                <a:spcPts val="0"/>
              </a:spcAft>
              <a:buNone/>
              <a:defRPr sz="1500">
                <a:solidFill>
                  <a:schemeClr val="lt2"/>
                </a:solidFill>
                <a:latin typeface="Arimo"/>
                <a:ea typeface="Arimo"/>
                <a:cs typeface="Arimo"/>
                <a:sym typeface="Arimo"/>
              </a:defRPr>
            </a:lvl2pPr>
            <a:lvl3pPr lvl="2">
              <a:lnSpc>
                <a:spcPct val="90000"/>
              </a:lnSpc>
              <a:spcBef>
                <a:spcPts val="0"/>
              </a:spcBef>
              <a:spcAft>
                <a:spcPts val="0"/>
              </a:spcAft>
              <a:buNone/>
              <a:defRPr sz="1500">
                <a:solidFill>
                  <a:schemeClr val="lt2"/>
                </a:solidFill>
                <a:latin typeface="Arimo"/>
                <a:ea typeface="Arimo"/>
                <a:cs typeface="Arimo"/>
                <a:sym typeface="Arimo"/>
              </a:defRPr>
            </a:lvl3pPr>
            <a:lvl4pPr lvl="3">
              <a:lnSpc>
                <a:spcPct val="90000"/>
              </a:lnSpc>
              <a:spcBef>
                <a:spcPts val="0"/>
              </a:spcBef>
              <a:spcAft>
                <a:spcPts val="0"/>
              </a:spcAft>
              <a:buNone/>
              <a:defRPr sz="1500">
                <a:solidFill>
                  <a:schemeClr val="lt2"/>
                </a:solidFill>
                <a:latin typeface="Arimo"/>
                <a:ea typeface="Arimo"/>
                <a:cs typeface="Arimo"/>
                <a:sym typeface="Arimo"/>
              </a:defRPr>
            </a:lvl4pPr>
            <a:lvl5pPr lvl="4">
              <a:lnSpc>
                <a:spcPct val="90000"/>
              </a:lnSpc>
              <a:spcBef>
                <a:spcPts val="0"/>
              </a:spcBef>
              <a:spcAft>
                <a:spcPts val="0"/>
              </a:spcAft>
              <a:buNone/>
              <a:defRPr sz="1500">
                <a:solidFill>
                  <a:schemeClr val="lt2"/>
                </a:solidFill>
                <a:latin typeface="Arimo"/>
                <a:ea typeface="Arimo"/>
                <a:cs typeface="Arimo"/>
                <a:sym typeface="Arimo"/>
              </a:defRPr>
            </a:lvl5pPr>
            <a:lvl6pPr lvl="5">
              <a:lnSpc>
                <a:spcPct val="90000"/>
              </a:lnSpc>
              <a:spcBef>
                <a:spcPts val="0"/>
              </a:spcBef>
              <a:spcAft>
                <a:spcPts val="0"/>
              </a:spcAft>
              <a:buNone/>
              <a:defRPr sz="1500">
                <a:solidFill>
                  <a:schemeClr val="lt2"/>
                </a:solidFill>
                <a:latin typeface="Arimo"/>
                <a:ea typeface="Arimo"/>
                <a:cs typeface="Arimo"/>
                <a:sym typeface="Arimo"/>
              </a:defRPr>
            </a:lvl6pPr>
            <a:lvl7pPr lvl="6">
              <a:lnSpc>
                <a:spcPct val="90000"/>
              </a:lnSpc>
              <a:spcBef>
                <a:spcPts val="0"/>
              </a:spcBef>
              <a:spcAft>
                <a:spcPts val="0"/>
              </a:spcAft>
              <a:buNone/>
              <a:defRPr sz="1500">
                <a:solidFill>
                  <a:schemeClr val="lt2"/>
                </a:solidFill>
                <a:latin typeface="Arimo"/>
                <a:ea typeface="Arimo"/>
                <a:cs typeface="Arimo"/>
                <a:sym typeface="Arimo"/>
              </a:defRPr>
            </a:lvl7pPr>
            <a:lvl8pPr lvl="7">
              <a:lnSpc>
                <a:spcPct val="90000"/>
              </a:lnSpc>
              <a:spcBef>
                <a:spcPts val="0"/>
              </a:spcBef>
              <a:spcAft>
                <a:spcPts val="0"/>
              </a:spcAft>
              <a:buNone/>
              <a:defRPr sz="1500">
                <a:solidFill>
                  <a:schemeClr val="lt2"/>
                </a:solidFill>
                <a:latin typeface="Arimo"/>
                <a:ea typeface="Arimo"/>
                <a:cs typeface="Arimo"/>
                <a:sym typeface="Arimo"/>
              </a:defRPr>
            </a:lvl8pPr>
            <a:lvl9pPr lvl="8">
              <a:lnSpc>
                <a:spcPct val="90000"/>
              </a:lnSpc>
              <a:spcBef>
                <a:spcPts val="0"/>
              </a:spcBef>
              <a:spcAft>
                <a:spcPts val="0"/>
              </a:spcAft>
              <a:buNone/>
              <a:defRPr sz="1500">
                <a:solidFill>
                  <a:schemeClr val="lt2"/>
                </a:solidFill>
                <a:latin typeface="Arimo"/>
                <a:ea typeface="Arimo"/>
                <a:cs typeface="Arimo"/>
                <a:sym typeface="Arimo"/>
              </a:defRPr>
            </a:lvl9pPr>
          </a:lstStyle>
          <a:p/>
        </p:txBody>
      </p:sp>
      <p:sp>
        <p:nvSpPr>
          <p:cNvPr id="271" name="Google Shape;271;p3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24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2" name="Google Shape;272;p3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2400">
                <a:solidFill>
                  <a:schemeClr val="lt1"/>
                </a:solidFill>
                <a:latin typeface="Arimo"/>
                <a:ea typeface="Arimo"/>
                <a:cs typeface="Arimo"/>
                <a:sym typeface="Arimo"/>
              </a:defRPr>
            </a:lvl1pPr>
            <a:lvl2pPr lvl="1">
              <a:lnSpc>
                <a:spcPct val="90000"/>
              </a:lnSpc>
              <a:spcBef>
                <a:spcPts val="0"/>
              </a:spcBef>
              <a:spcAft>
                <a:spcPts val="0"/>
              </a:spcAft>
              <a:buNone/>
              <a:defRPr sz="2500">
                <a:solidFill>
                  <a:schemeClr val="lt1"/>
                </a:solidFill>
                <a:latin typeface="Arimo"/>
                <a:ea typeface="Arimo"/>
                <a:cs typeface="Arimo"/>
                <a:sym typeface="Arimo"/>
              </a:defRPr>
            </a:lvl2pPr>
            <a:lvl3pPr lvl="2">
              <a:lnSpc>
                <a:spcPct val="90000"/>
              </a:lnSpc>
              <a:spcBef>
                <a:spcPts val="0"/>
              </a:spcBef>
              <a:spcAft>
                <a:spcPts val="0"/>
              </a:spcAft>
              <a:buNone/>
              <a:defRPr sz="2500">
                <a:solidFill>
                  <a:schemeClr val="lt1"/>
                </a:solidFill>
                <a:latin typeface="Arimo"/>
                <a:ea typeface="Arimo"/>
                <a:cs typeface="Arimo"/>
                <a:sym typeface="Arimo"/>
              </a:defRPr>
            </a:lvl3pPr>
            <a:lvl4pPr lvl="3">
              <a:lnSpc>
                <a:spcPct val="90000"/>
              </a:lnSpc>
              <a:spcBef>
                <a:spcPts val="0"/>
              </a:spcBef>
              <a:spcAft>
                <a:spcPts val="0"/>
              </a:spcAft>
              <a:buNone/>
              <a:defRPr sz="2500">
                <a:solidFill>
                  <a:schemeClr val="lt1"/>
                </a:solidFill>
                <a:latin typeface="Arimo"/>
                <a:ea typeface="Arimo"/>
                <a:cs typeface="Arimo"/>
                <a:sym typeface="Arimo"/>
              </a:defRPr>
            </a:lvl4pPr>
            <a:lvl5pPr lvl="4">
              <a:lnSpc>
                <a:spcPct val="90000"/>
              </a:lnSpc>
              <a:spcBef>
                <a:spcPts val="0"/>
              </a:spcBef>
              <a:spcAft>
                <a:spcPts val="0"/>
              </a:spcAft>
              <a:buNone/>
              <a:defRPr sz="2500">
                <a:solidFill>
                  <a:schemeClr val="lt1"/>
                </a:solidFill>
                <a:latin typeface="Arimo"/>
                <a:ea typeface="Arimo"/>
                <a:cs typeface="Arimo"/>
                <a:sym typeface="Arimo"/>
              </a:defRPr>
            </a:lvl5pPr>
            <a:lvl6pPr lvl="5">
              <a:lnSpc>
                <a:spcPct val="90000"/>
              </a:lnSpc>
              <a:spcBef>
                <a:spcPts val="0"/>
              </a:spcBef>
              <a:spcAft>
                <a:spcPts val="0"/>
              </a:spcAft>
              <a:buNone/>
              <a:defRPr sz="2500">
                <a:solidFill>
                  <a:schemeClr val="lt1"/>
                </a:solidFill>
                <a:latin typeface="Arimo"/>
                <a:ea typeface="Arimo"/>
                <a:cs typeface="Arimo"/>
                <a:sym typeface="Arimo"/>
              </a:defRPr>
            </a:lvl6pPr>
            <a:lvl7pPr lvl="6">
              <a:lnSpc>
                <a:spcPct val="90000"/>
              </a:lnSpc>
              <a:spcBef>
                <a:spcPts val="0"/>
              </a:spcBef>
              <a:spcAft>
                <a:spcPts val="0"/>
              </a:spcAft>
              <a:buNone/>
              <a:defRPr sz="2500">
                <a:solidFill>
                  <a:schemeClr val="lt1"/>
                </a:solidFill>
                <a:latin typeface="Arimo"/>
                <a:ea typeface="Arimo"/>
                <a:cs typeface="Arimo"/>
                <a:sym typeface="Arimo"/>
              </a:defRPr>
            </a:lvl7pPr>
            <a:lvl8pPr lvl="7">
              <a:lnSpc>
                <a:spcPct val="90000"/>
              </a:lnSpc>
              <a:spcBef>
                <a:spcPts val="0"/>
              </a:spcBef>
              <a:spcAft>
                <a:spcPts val="0"/>
              </a:spcAft>
              <a:buNone/>
              <a:defRPr sz="2500">
                <a:solidFill>
                  <a:schemeClr val="lt1"/>
                </a:solidFill>
                <a:latin typeface="Arimo"/>
                <a:ea typeface="Arimo"/>
                <a:cs typeface="Arimo"/>
                <a:sym typeface="Arimo"/>
              </a:defRPr>
            </a:lvl8pPr>
            <a:lvl9pPr lvl="8">
              <a:lnSpc>
                <a:spcPct val="90000"/>
              </a:lnSpc>
              <a:spcBef>
                <a:spcPts val="0"/>
              </a:spcBef>
              <a:spcAft>
                <a:spcPts val="0"/>
              </a:spcAft>
              <a:buNone/>
              <a:defRPr sz="2500">
                <a:solidFill>
                  <a:schemeClr val="lt1"/>
                </a:solidFill>
                <a:latin typeface="Arimo"/>
                <a:ea typeface="Arimo"/>
                <a:cs typeface="Arimo"/>
                <a:sym typeface="Arimo"/>
              </a:defRPr>
            </a:lvl9pPr>
          </a:lstStyle>
          <a:p/>
        </p:txBody>
      </p:sp>
      <p:sp>
        <p:nvSpPr>
          <p:cNvPr id="273" name="Google Shape;273;p3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lvl1pPr lvl="0" algn="ctr">
              <a:lnSpc>
                <a:spcPct val="90000"/>
              </a:lnSpc>
              <a:spcBef>
                <a:spcPts val="0"/>
              </a:spcBef>
              <a:spcAft>
                <a:spcPts val="0"/>
              </a:spcAft>
              <a:buNone/>
              <a:defRPr sz="1800">
                <a:latin typeface="Arimo"/>
                <a:ea typeface="Arimo"/>
                <a:cs typeface="Arimo"/>
                <a:sym typeface="Arimo"/>
              </a:defRPr>
            </a:lvl1pPr>
            <a:lvl2pPr lvl="1" algn="ctr">
              <a:lnSpc>
                <a:spcPct val="90000"/>
              </a:lnSpc>
              <a:spcBef>
                <a:spcPts val="0"/>
              </a:spcBef>
              <a:spcAft>
                <a:spcPts val="0"/>
              </a:spcAft>
              <a:buNone/>
              <a:defRPr sz="2500">
                <a:latin typeface="Arimo"/>
                <a:ea typeface="Arimo"/>
                <a:cs typeface="Arimo"/>
                <a:sym typeface="Arimo"/>
              </a:defRPr>
            </a:lvl2pPr>
            <a:lvl3pPr lvl="2" algn="ctr">
              <a:lnSpc>
                <a:spcPct val="90000"/>
              </a:lnSpc>
              <a:spcBef>
                <a:spcPts val="0"/>
              </a:spcBef>
              <a:spcAft>
                <a:spcPts val="0"/>
              </a:spcAft>
              <a:buNone/>
              <a:defRPr sz="2500">
                <a:latin typeface="Arimo"/>
                <a:ea typeface="Arimo"/>
                <a:cs typeface="Arimo"/>
                <a:sym typeface="Arimo"/>
              </a:defRPr>
            </a:lvl3pPr>
            <a:lvl4pPr lvl="3" algn="ctr">
              <a:lnSpc>
                <a:spcPct val="90000"/>
              </a:lnSpc>
              <a:spcBef>
                <a:spcPts val="0"/>
              </a:spcBef>
              <a:spcAft>
                <a:spcPts val="0"/>
              </a:spcAft>
              <a:buNone/>
              <a:defRPr sz="2500">
                <a:latin typeface="Arimo"/>
                <a:ea typeface="Arimo"/>
                <a:cs typeface="Arimo"/>
                <a:sym typeface="Arimo"/>
              </a:defRPr>
            </a:lvl4pPr>
            <a:lvl5pPr lvl="4" algn="ctr">
              <a:lnSpc>
                <a:spcPct val="90000"/>
              </a:lnSpc>
              <a:spcBef>
                <a:spcPts val="0"/>
              </a:spcBef>
              <a:spcAft>
                <a:spcPts val="0"/>
              </a:spcAft>
              <a:buNone/>
              <a:defRPr sz="2500">
                <a:latin typeface="Arimo"/>
                <a:ea typeface="Arimo"/>
                <a:cs typeface="Arimo"/>
                <a:sym typeface="Arimo"/>
              </a:defRPr>
            </a:lvl5pPr>
            <a:lvl6pPr lvl="5" algn="ctr">
              <a:lnSpc>
                <a:spcPct val="90000"/>
              </a:lnSpc>
              <a:spcBef>
                <a:spcPts val="0"/>
              </a:spcBef>
              <a:spcAft>
                <a:spcPts val="0"/>
              </a:spcAft>
              <a:buNone/>
              <a:defRPr sz="2500">
                <a:latin typeface="Arimo"/>
                <a:ea typeface="Arimo"/>
                <a:cs typeface="Arimo"/>
                <a:sym typeface="Arimo"/>
              </a:defRPr>
            </a:lvl6pPr>
            <a:lvl7pPr lvl="6" algn="ctr">
              <a:lnSpc>
                <a:spcPct val="90000"/>
              </a:lnSpc>
              <a:spcBef>
                <a:spcPts val="0"/>
              </a:spcBef>
              <a:spcAft>
                <a:spcPts val="0"/>
              </a:spcAft>
              <a:buNone/>
              <a:defRPr sz="2500">
                <a:latin typeface="Arimo"/>
                <a:ea typeface="Arimo"/>
                <a:cs typeface="Arimo"/>
                <a:sym typeface="Arimo"/>
              </a:defRPr>
            </a:lvl7pPr>
            <a:lvl8pPr lvl="7" algn="ctr">
              <a:lnSpc>
                <a:spcPct val="90000"/>
              </a:lnSpc>
              <a:spcBef>
                <a:spcPts val="0"/>
              </a:spcBef>
              <a:spcAft>
                <a:spcPts val="0"/>
              </a:spcAft>
              <a:buNone/>
              <a:defRPr sz="2500">
                <a:latin typeface="Arimo"/>
                <a:ea typeface="Arimo"/>
                <a:cs typeface="Arimo"/>
                <a:sym typeface="Arimo"/>
              </a:defRPr>
            </a:lvl8pPr>
            <a:lvl9pPr lvl="8" algn="ctr">
              <a:lnSpc>
                <a:spcPct val="90000"/>
              </a:lnSpc>
              <a:spcBef>
                <a:spcPts val="0"/>
              </a:spcBef>
              <a:spcAft>
                <a:spcPts val="0"/>
              </a:spcAft>
              <a:buNone/>
              <a:defRPr sz="2500">
                <a:latin typeface="Arimo"/>
                <a:ea typeface="Arimo"/>
                <a:cs typeface="Arimo"/>
                <a:sym typeface="Arimo"/>
              </a:defRPr>
            </a:lvl9pPr>
          </a:lstStyle>
          <a:p/>
        </p:txBody>
      </p:sp>
      <p:sp>
        <p:nvSpPr>
          <p:cNvPr id="274" name="Google Shape;274;p3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lvl1pPr lvl="0" algn="ctr">
              <a:lnSpc>
                <a:spcPct val="90000"/>
              </a:lnSpc>
              <a:spcBef>
                <a:spcPts val="0"/>
              </a:spcBef>
              <a:spcAft>
                <a:spcPts val="0"/>
              </a:spcAft>
              <a:buNone/>
              <a:defRPr sz="1000" u="sng"/>
            </a:lvl1pPr>
            <a:lvl2pPr lvl="1" algn="ctr">
              <a:lnSpc>
                <a:spcPct val="90000"/>
              </a:lnSpc>
              <a:spcBef>
                <a:spcPts val="0"/>
              </a:spcBef>
              <a:spcAft>
                <a:spcPts val="0"/>
              </a:spcAft>
              <a:buNone/>
              <a:defRPr sz="2700">
                <a:latin typeface="Arimo"/>
                <a:ea typeface="Arimo"/>
                <a:cs typeface="Arimo"/>
                <a:sym typeface="Arimo"/>
              </a:defRPr>
            </a:lvl2pPr>
            <a:lvl3pPr lvl="2" algn="ctr">
              <a:lnSpc>
                <a:spcPct val="90000"/>
              </a:lnSpc>
              <a:spcBef>
                <a:spcPts val="0"/>
              </a:spcBef>
              <a:spcAft>
                <a:spcPts val="0"/>
              </a:spcAft>
              <a:buNone/>
              <a:defRPr sz="2700">
                <a:latin typeface="Arimo"/>
                <a:ea typeface="Arimo"/>
                <a:cs typeface="Arimo"/>
                <a:sym typeface="Arimo"/>
              </a:defRPr>
            </a:lvl3pPr>
            <a:lvl4pPr lvl="3" algn="ctr">
              <a:lnSpc>
                <a:spcPct val="90000"/>
              </a:lnSpc>
              <a:spcBef>
                <a:spcPts val="0"/>
              </a:spcBef>
              <a:spcAft>
                <a:spcPts val="0"/>
              </a:spcAft>
              <a:buNone/>
              <a:defRPr sz="2700">
                <a:latin typeface="Arimo"/>
                <a:ea typeface="Arimo"/>
                <a:cs typeface="Arimo"/>
                <a:sym typeface="Arimo"/>
              </a:defRPr>
            </a:lvl4pPr>
            <a:lvl5pPr lvl="4" algn="ctr">
              <a:lnSpc>
                <a:spcPct val="90000"/>
              </a:lnSpc>
              <a:spcBef>
                <a:spcPts val="0"/>
              </a:spcBef>
              <a:spcAft>
                <a:spcPts val="0"/>
              </a:spcAft>
              <a:buNone/>
              <a:defRPr sz="2700">
                <a:latin typeface="Arimo"/>
                <a:ea typeface="Arimo"/>
                <a:cs typeface="Arimo"/>
                <a:sym typeface="Arimo"/>
              </a:defRPr>
            </a:lvl5pPr>
            <a:lvl6pPr lvl="5" algn="ctr">
              <a:lnSpc>
                <a:spcPct val="90000"/>
              </a:lnSpc>
              <a:spcBef>
                <a:spcPts val="0"/>
              </a:spcBef>
              <a:spcAft>
                <a:spcPts val="0"/>
              </a:spcAft>
              <a:buNone/>
              <a:defRPr sz="2700">
                <a:latin typeface="Arimo"/>
                <a:ea typeface="Arimo"/>
                <a:cs typeface="Arimo"/>
                <a:sym typeface="Arimo"/>
              </a:defRPr>
            </a:lvl6pPr>
            <a:lvl7pPr lvl="6" algn="ctr">
              <a:lnSpc>
                <a:spcPct val="90000"/>
              </a:lnSpc>
              <a:spcBef>
                <a:spcPts val="0"/>
              </a:spcBef>
              <a:spcAft>
                <a:spcPts val="0"/>
              </a:spcAft>
              <a:buNone/>
              <a:defRPr sz="2700">
                <a:latin typeface="Arimo"/>
                <a:ea typeface="Arimo"/>
                <a:cs typeface="Arimo"/>
                <a:sym typeface="Arimo"/>
              </a:defRPr>
            </a:lvl7pPr>
            <a:lvl8pPr lvl="7" algn="ctr">
              <a:lnSpc>
                <a:spcPct val="90000"/>
              </a:lnSpc>
              <a:spcBef>
                <a:spcPts val="0"/>
              </a:spcBef>
              <a:spcAft>
                <a:spcPts val="0"/>
              </a:spcAft>
              <a:buNone/>
              <a:defRPr sz="2700">
                <a:latin typeface="Arimo"/>
                <a:ea typeface="Arimo"/>
                <a:cs typeface="Arimo"/>
                <a:sym typeface="Arimo"/>
              </a:defRPr>
            </a:lvl8pPr>
            <a:lvl9pPr lvl="8" algn="ctr">
              <a:lnSpc>
                <a:spcPct val="90000"/>
              </a:lnSpc>
              <a:spcBef>
                <a:spcPts val="0"/>
              </a:spcBef>
              <a:spcAft>
                <a:spcPts val="0"/>
              </a:spcAft>
              <a:buNone/>
              <a:defRPr sz="2700">
                <a:latin typeface="Arimo"/>
                <a:ea typeface="Arimo"/>
                <a:cs typeface="Arimo"/>
                <a:sym typeface="Arimo"/>
              </a:defRPr>
            </a:lvl9pPr>
          </a:lstStyle>
          <a:p/>
        </p:txBody>
      </p:sp>
      <p:sp>
        <p:nvSpPr>
          <p:cNvPr id="275" name="Google Shape;275;p33"/>
          <p:cNvSpPr txBox="1"/>
          <p:nvPr>
            <p:ph idx="16" type="subTitle"/>
          </p:nvPr>
        </p:nvSpPr>
        <p:spPr>
          <a:xfrm>
            <a:off x="3596775" y="229200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6" name="Google Shape;276;p33"/>
          <p:cNvSpPr txBox="1"/>
          <p:nvPr>
            <p:ph idx="17" type="subTitle"/>
          </p:nvPr>
        </p:nvSpPr>
        <p:spPr>
          <a:xfrm>
            <a:off x="3596775" y="2997350"/>
            <a:ext cx="1507500" cy="2241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000">
                <a:solidFill>
                  <a:schemeClr val="lt2"/>
                </a:solidFill>
              </a:defRPr>
            </a:lvl1pPr>
            <a:lvl2pPr lvl="1" algn="ctr">
              <a:lnSpc>
                <a:spcPct val="90000"/>
              </a:lnSpc>
              <a:spcBef>
                <a:spcPts val="0"/>
              </a:spcBef>
              <a:spcAft>
                <a:spcPts val="0"/>
              </a:spcAft>
              <a:buNone/>
              <a:defRPr sz="2700">
                <a:solidFill>
                  <a:schemeClr val="lt2"/>
                </a:solidFill>
                <a:latin typeface="Arimo"/>
                <a:ea typeface="Arimo"/>
                <a:cs typeface="Arimo"/>
                <a:sym typeface="Arimo"/>
              </a:defRPr>
            </a:lvl2pPr>
            <a:lvl3pPr lvl="2" algn="ctr">
              <a:lnSpc>
                <a:spcPct val="90000"/>
              </a:lnSpc>
              <a:spcBef>
                <a:spcPts val="0"/>
              </a:spcBef>
              <a:spcAft>
                <a:spcPts val="0"/>
              </a:spcAft>
              <a:buNone/>
              <a:defRPr sz="2700">
                <a:solidFill>
                  <a:schemeClr val="lt2"/>
                </a:solidFill>
                <a:latin typeface="Arimo"/>
                <a:ea typeface="Arimo"/>
                <a:cs typeface="Arimo"/>
                <a:sym typeface="Arimo"/>
              </a:defRPr>
            </a:lvl3pPr>
            <a:lvl4pPr lvl="3" algn="ctr">
              <a:lnSpc>
                <a:spcPct val="90000"/>
              </a:lnSpc>
              <a:spcBef>
                <a:spcPts val="0"/>
              </a:spcBef>
              <a:spcAft>
                <a:spcPts val="0"/>
              </a:spcAft>
              <a:buNone/>
              <a:defRPr sz="2700">
                <a:solidFill>
                  <a:schemeClr val="lt2"/>
                </a:solidFill>
                <a:latin typeface="Arimo"/>
                <a:ea typeface="Arimo"/>
                <a:cs typeface="Arimo"/>
                <a:sym typeface="Arimo"/>
              </a:defRPr>
            </a:lvl4pPr>
            <a:lvl5pPr lvl="4" algn="ctr">
              <a:lnSpc>
                <a:spcPct val="90000"/>
              </a:lnSpc>
              <a:spcBef>
                <a:spcPts val="0"/>
              </a:spcBef>
              <a:spcAft>
                <a:spcPts val="0"/>
              </a:spcAft>
              <a:buNone/>
              <a:defRPr sz="2700">
                <a:solidFill>
                  <a:schemeClr val="lt2"/>
                </a:solidFill>
                <a:latin typeface="Arimo"/>
                <a:ea typeface="Arimo"/>
                <a:cs typeface="Arimo"/>
                <a:sym typeface="Arimo"/>
              </a:defRPr>
            </a:lvl5pPr>
            <a:lvl6pPr lvl="5" algn="ctr">
              <a:lnSpc>
                <a:spcPct val="90000"/>
              </a:lnSpc>
              <a:spcBef>
                <a:spcPts val="0"/>
              </a:spcBef>
              <a:spcAft>
                <a:spcPts val="0"/>
              </a:spcAft>
              <a:buNone/>
              <a:defRPr sz="2700">
                <a:solidFill>
                  <a:schemeClr val="lt2"/>
                </a:solidFill>
                <a:latin typeface="Arimo"/>
                <a:ea typeface="Arimo"/>
                <a:cs typeface="Arimo"/>
                <a:sym typeface="Arimo"/>
              </a:defRPr>
            </a:lvl6pPr>
            <a:lvl7pPr lvl="6" algn="ctr">
              <a:lnSpc>
                <a:spcPct val="90000"/>
              </a:lnSpc>
              <a:spcBef>
                <a:spcPts val="0"/>
              </a:spcBef>
              <a:spcAft>
                <a:spcPts val="0"/>
              </a:spcAft>
              <a:buNone/>
              <a:defRPr sz="2700">
                <a:solidFill>
                  <a:schemeClr val="lt2"/>
                </a:solidFill>
                <a:latin typeface="Arimo"/>
                <a:ea typeface="Arimo"/>
                <a:cs typeface="Arimo"/>
                <a:sym typeface="Arimo"/>
              </a:defRPr>
            </a:lvl7pPr>
            <a:lvl8pPr lvl="7" algn="ctr">
              <a:lnSpc>
                <a:spcPct val="90000"/>
              </a:lnSpc>
              <a:spcBef>
                <a:spcPts val="0"/>
              </a:spcBef>
              <a:spcAft>
                <a:spcPts val="0"/>
              </a:spcAft>
              <a:buNone/>
              <a:defRPr sz="2700">
                <a:solidFill>
                  <a:schemeClr val="lt2"/>
                </a:solidFill>
                <a:latin typeface="Arimo"/>
                <a:ea typeface="Arimo"/>
                <a:cs typeface="Arimo"/>
                <a:sym typeface="Arimo"/>
              </a:defRPr>
            </a:lvl8pPr>
            <a:lvl9pPr lvl="8" algn="ctr">
              <a:lnSpc>
                <a:spcPct val="90000"/>
              </a:lnSpc>
              <a:spcBef>
                <a:spcPts val="0"/>
              </a:spcBef>
              <a:spcAft>
                <a:spcPts val="0"/>
              </a:spcAft>
              <a:buNone/>
              <a:defRPr sz="2700">
                <a:solidFill>
                  <a:schemeClr val="lt2"/>
                </a:solidFill>
                <a:latin typeface="Arimo"/>
                <a:ea typeface="Arimo"/>
                <a:cs typeface="Arimo"/>
                <a:sym typeface="Arimo"/>
              </a:defRPr>
            </a:lvl9pPr>
          </a:lstStyle>
          <a:p/>
        </p:txBody>
      </p:sp>
      <p:sp>
        <p:nvSpPr>
          <p:cNvPr id="277" name="Google Shape;277;p3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8" name="Google Shape;278;p3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lvl1pPr lvl="0">
              <a:lnSpc>
                <a:spcPct val="90000"/>
              </a:lnSpc>
              <a:spcBef>
                <a:spcPts val="0"/>
              </a:spcBef>
              <a:spcAft>
                <a:spcPts val="0"/>
              </a:spcAft>
              <a:buNone/>
              <a:defRPr sz="18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
        <p:nvSpPr>
          <p:cNvPr id="279" name="Google Shape;279;p3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lvl1pPr lvl="0" algn="ctr">
              <a:spcBef>
                <a:spcPts val="0"/>
              </a:spcBef>
              <a:spcAft>
                <a:spcPts val="0"/>
              </a:spcAft>
              <a:buNone/>
              <a:defRPr sz="1000" u="sng">
                <a:solidFill>
                  <a:schemeClr val="lt2"/>
                </a:solidFill>
              </a:defRPr>
            </a:lvl1pPr>
            <a:lvl2pPr lvl="1" algn="ctr">
              <a:spcBef>
                <a:spcPts val="0"/>
              </a:spcBef>
              <a:spcAft>
                <a:spcPts val="0"/>
              </a:spcAft>
              <a:buNone/>
              <a:defRPr sz="1000">
                <a:solidFill>
                  <a:schemeClr val="lt2"/>
                </a:solidFill>
                <a:latin typeface="Arimo"/>
                <a:ea typeface="Arimo"/>
                <a:cs typeface="Arimo"/>
                <a:sym typeface="Arimo"/>
              </a:defRPr>
            </a:lvl2pPr>
            <a:lvl3pPr lvl="2" algn="ctr">
              <a:spcBef>
                <a:spcPts val="0"/>
              </a:spcBef>
              <a:spcAft>
                <a:spcPts val="0"/>
              </a:spcAft>
              <a:buNone/>
              <a:defRPr sz="1000">
                <a:solidFill>
                  <a:schemeClr val="lt2"/>
                </a:solidFill>
                <a:latin typeface="Arimo"/>
                <a:ea typeface="Arimo"/>
                <a:cs typeface="Arimo"/>
                <a:sym typeface="Arimo"/>
              </a:defRPr>
            </a:lvl3pPr>
            <a:lvl4pPr lvl="3" algn="ctr">
              <a:spcBef>
                <a:spcPts val="0"/>
              </a:spcBef>
              <a:spcAft>
                <a:spcPts val="0"/>
              </a:spcAft>
              <a:buNone/>
              <a:defRPr sz="1000">
                <a:solidFill>
                  <a:schemeClr val="lt2"/>
                </a:solidFill>
                <a:latin typeface="Arimo"/>
                <a:ea typeface="Arimo"/>
                <a:cs typeface="Arimo"/>
                <a:sym typeface="Arimo"/>
              </a:defRPr>
            </a:lvl4pPr>
            <a:lvl5pPr lvl="4" algn="ctr">
              <a:spcBef>
                <a:spcPts val="0"/>
              </a:spcBef>
              <a:spcAft>
                <a:spcPts val="0"/>
              </a:spcAft>
              <a:buNone/>
              <a:defRPr sz="1000">
                <a:solidFill>
                  <a:schemeClr val="lt2"/>
                </a:solidFill>
                <a:latin typeface="Arimo"/>
                <a:ea typeface="Arimo"/>
                <a:cs typeface="Arimo"/>
                <a:sym typeface="Arimo"/>
              </a:defRPr>
            </a:lvl5pPr>
            <a:lvl6pPr lvl="5" algn="ctr">
              <a:spcBef>
                <a:spcPts val="0"/>
              </a:spcBef>
              <a:spcAft>
                <a:spcPts val="0"/>
              </a:spcAft>
              <a:buNone/>
              <a:defRPr sz="1000">
                <a:solidFill>
                  <a:schemeClr val="lt2"/>
                </a:solidFill>
                <a:latin typeface="Arimo"/>
                <a:ea typeface="Arimo"/>
                <a:cs typeface="Arimo"/>
                <a:sym typeface="Arimo"/>
              </a:defRPr>
            </a:lvl6pPr>
            <a:lvl7pPr lvl="6" algn="ctr">
              <a:spcBef>
                <a:spcPts val="0"/>
              </a:spcBef>
              <a:spcAft>
                <a:spcPts val="0"/>
              </a:spcAft>
              <a:buNone/>
              <a:defRPr sz="1000">
                <a:solidFill>
                  <a:schemeClr val="lt2"/>
                </a:solidFill>
                <a:latin typeface="Arimo"/>
                <a:ea typeface="Arimo"/>
                <a:cs typeface="Arimo"/>
                <a:sym typeface="Arimo"/>
              </a:defRPr>
            </a:lvl7pPr>
            <a:lvl8pPr lvl="7" algn="ctr">
              <a:spcBef>
                <a:spcPts val="0"/>
              </a:spcBef>
              <a:spcAft>
                <a:spcPts val="0"/>
              </a:spcAft>
              <a:buNone/>
              <a:defRPr sz="1000">
                <a:solidFill>
                  <a:schemeClr val="lt2"/>
                </a:solidFill>
                <a:latin typeface="Arimo"/>
                <a:ea typeface="Arimo"/>
                <a:cs typeface="Arimo"/>
                <a:sym typeface="Arimo"/>
              </a:defRPr>
            </a:lvl8pPr>
            <a:lvl9pPr lvl="8" algn="ctr">
              <a:spcBef>
                <a:spcPts val="0"/>
              </a:spcBef>
              <a:spcAft>
                <a:spcPts val="0"/>
              </a:spcAft>
              <a:buNone/>
              <a:defRPr sz="1000">
                <a:solidFill>
                  <a:schemeClr val="lt2"/>
                </a:solidFill>
                <a:latin typeface="Arimo"/>
                <a:ea typeface="Arimo"/>
                <a:cs typeface="Arimo"/>
                <a:sym typeface="Arimo"/>
              </a:defRPr>
            </a:lvl9pPr>
          </a:lstStyle>
          <a:p/>
        </p:txBody>
      </p:sp>
      <p:sp>
        <p:nvSpPr>
          <p:cNvPr id="280" name="Google Shape;280;p33"/>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281" name="Google Shape;281;p3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lvl1pPr lvl="0" algn="ctr">
              <a:spcBef>
                <a:spcPts val="0"/>
              </a:spcBef>
              <a:spcAft>
                <a:spcPts val="0"/>
              </a:spcAft>
              <a:buNone/>
              <a:defRPr sz="2000">
                <a:solidFill>
                  <a:schemeClr val="lt2"/>
                </a:solidFill>
                <a:latin typeface="Arimo"/>
                <a:ea typeface="Arimo"/>
                <a:cs typeface="Arimo"/>
                <a:sym typeface="Arimo"/>
              </a:defRPr>
            </a:lvl1pPr>
            <a:lvl2pPr lvl="1" algn="ctr">
              <a:lnSpc>
                <a:spcPct val="90000"/>
              </a:lnSpc>
              <a:spcBef>
                <a:spcPts val="0"/>
              </a:spcBef>
              <a:spcAft>
                <a:spcPts val="0"/>
              </a:spcAft>
              <a:buNone/>
              <a:defRPr sz="2500">
                <a:solidFill>
                  <a:schemeClr val="lt2"/>
                </a:solidFill>
                <a:latin typeface="Arimo"/>
                <a:ea typeface="Arimo"/>
                <a:cs typeface="Arimo"/>
                <a:sym typeface="Arimo"/>
              </a:defRPr>
            </a:lvl2pPr>
            <a:lvl3pPr lvl="2" algn="ctr">
              <a:lnSpc>
                <a:spcPct val="90000"/>
              </a:lnSpc>
              <a:spcBef>
                <a:spcPts val="0"/>
              </a:spcBef>
              <a:spcAft>
                <a:spcPts val="0"/>
              </a:spcAft>
              <a:buNone/>
              <a:defRPr sz="2500">
                <a:solidFill>
                  <a:schemeClr val="lt2"/>
                </a:solidFill>
                <a:latin typeface="Arimo"/>
                <a:ea typeface="Arimo"/>
                <a:cs typeface="Arimo"/>
                <a:sym typeface="Arimo"/>
              </a:defRPr>
            </a:lvl3pPr>
            <a:lvl4pPr lvl="3" algn="ctr">
              <a:lnSpc>
                <a:spcPct val="90000"/>
              </a:lnSpc>
              <a:spcBef>
                <a:spcPts val="0"/>
              </a:spcBef>
              <a:spcAft>
                <a:spcPts val="0"/>
              </a:spcAft>
              <a:buNone/>
              <a:defRPr sz="2500">
                <a:solidFill>
                  <a:schemeClr val="lt2"/>
                </a:solidFill>
                <a:latin typeface="Arimo"/>
                <a:ea typeface="Arimo"/>
                <a:cs typeface="Arimo"/>
                <a:sym typeface="Arimo"/>
              </a:defRPr>
            </a:lvl4pPr>
            <a:lvl5pPr lvl="4" algn="ctr">
              <a:lnSpc>
                <a:spcPct val="90000"/>
              </a:lnSpc>
              <a:spcBef>
                <a:spcPts val="0"/>
              </a:spcBef>
              <a:spcAft>
                <a:spcPts val="0"/>
              </a:spcAft>
              <a:buNone/>
              <a:defRPr sz="2500">
                <a:solidFill>
                  <a:schemeClr val="lt2"/>
                </a:solidFill>
                <a:latin typeface="Arimo"/>
                <a:ea typeface="Arimo"/>
                <a:cs typeface="Arimo"/>
                <a:sym typeface="Arimo"/>
              </a:defRPr>
            </a:lvl5pPr>
            <a:lvl6pPr lvl="5" algn="ctr">
              <a:lnSpc>
                <a:spcPct val="90000"/>
              </a:lnSpc>
              <a:spcBef>
                <a:spcPts val="0"/>
              </a:spcBef>
              <a:spcAft>
                <a:spcPts val="0"/>
              </a:spcAft>
              <a:buNone/>
              <a:defRPr sz="2500">
                <a:solidFill>
                  <a:schemeClr val="lt2"/>
                </a:solidFill>
                <a:latin typeface="Arimo"/>
                <a:ea typeface="Arimo"/>
                <a:cs typeface="Arimo"/>
                <a:sym typeface="Arimo"/>
              </a:defRPr>
            </a:lvl6pPr>
            <a:lvl7pPr lvl="6" algn="ctr">
              <a:lnSpc>
                <a:spcPct val="90000"/>
              </a:lnSpc>
              <a:spcBef>
                <a:spcPts val="0"/>
              </a:spcBef>
              <a:spcAft>
                <a:spcPts val="0"/>
              </a:spcAft>
              <a:buNone/>
              <a:defRPr sz="2500">
                <a:solidFill>
                  <a:schemeClr val="lt2"/>
                </a:solidFill>
                <a:latin typeface="Arimo"/>
                <a:ea typeface="Arimo"/>
                <a:cs typeface="Arimo"/>
                <a:sym typeface="Arimo"/>
              </a:defRPr>
            </a:lvl7pPr>
            <a:lvl8pPr lvl="7" algn="ctr">
              <a:lnSpc>
                <a:spcPct val="90000"/>
              </a:lnSpc>
              <a:spcBef>
                <a:spcPts val="0"/>
              </a:spcBef>
              <a:spcAft>
                <a:spcPts val="0"/>
              </a:spcAft>
              <a:buNone/>
              <a:defRPr sz="2500">
                <a:solidFill>
                  <a:schemeClr val="lt2"/>
                </a:solidFill>
                <a:latin typeface="Arimo"/>
                <a:ea typeface="Arimo"/>
                <a:cs typeface="Arimo"/>
                <a:sym typeface="Arimo"/>
              </a:defRPr>
            </a:lvl8pPr>
            <a:lvl9pPr lvl="8" algn="ctr">
              <a:lnSpc>
                <a:spcPct val="90000"/>
              </a:lnSpc>
              <a:spcBef>
                <a:spcPts val="0"/>
              </a:spcBef>
              <a:spcAft>
                <a:spcPts val="0"/>
              </a:spcAft>
              <a:buNone/>
              <a:defRPr sz="2500">
                <a:solidFill>
                  <a:schemeClr val="lt2"/>
                </a:solidFill>
                <a:latin typeface="Arimo"/>
                <a:ea typeface="Arimo"/>
                <a:cs typeface="Arimo"/>
                <a:sym typeface="Arim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with description">
  <p:cSld name="CUSTOM_19_1_1_1">
    <p:bg>
      <p:bgPr>
        <a:solidFill>
          <a:schemeClr val="accent5"/>
        </a:solidFill>
      </p:bgPr>
    </p:bg>
    <p:spTree>
      <p:nvGrpSpPr>
        <p:cNvPr id="282" name="Shape 282"/>
        <p:cNvGrpSpPr/>
        <p:nvPr/>
      </p:nvGrpSpPr>
      <p:grpSpPr>
        <a:xfrm>
          <a:off x="0" y="0"/>
          <a:ext cx="0" cy="0"/>
          <a:chOff x="0" y="0"/>
          <a:chExt cx="0" cy="0"/>
        </a:xfrm>
      </p:grpSpPr>
      <p:sp>
        <p:nvSpPr>
          <p:cNvPr id="283" name="Google Shape;283;p34"/>
          <p:cNvSpPr/>
          <p:nvPr>
            <p:ph idx="2" type="pic"/>
          </p:nvPr>
        </p:nvSpPr>
        <p:spPr>
          <a:xfrm>
            <a:off x="2021325" y="1854425"/>
            <a:ext cx="1679100" cy="3013800"/>
          </a:xfrm>
          <a:prstGeom prst="roundRect">
            <a:avLst>
              <a:gd fmla="val 13643" name="adj"/>
            </a:avLst>
          </a:prstGeom>
          <a:noFill/>
          <a:ln>
            <a:noFill/>
          </a:ln>
        </p:spPr>
      </p:sp>
      <p:sp>
        <p:nvSpPr>
          <p:cNvPr id="284" name="Google Shape;284;p34"/>
          <p:cNvSpPr/>
          <p:nvPr>
            <p:ph idx="3" type="pic"/>
          </p:nvPr>
        </p:nvSpPr>
        <p:spPr>
          <a:xfrm>
            <a:off x="5444400" y="1854425"/>
            <a:ext cx="1679100" cy="3013800"/>
          </a:xfrm>
          <a:prstGeom prst="roundRect">
            <a:avLst>
              <a:gd fmla="val 13643" name="adj"/>
            </a:avLst>
          </a:prstGeom>
          <a:noFill/>
          <a:ln>
            <a:noFill/>
          </a:ln>
        </p:spPr>
      </p:sp>
      <p:sp>
        <p:nvSpPr>
          <p:cNvPr id="285" name="Google Shape;285;p34"/>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6" name="Google Shape;286;p34"/>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7" name="Google Shape;287;p34"/>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lvl1pPr lvl="0">
              <a:spcBef>
                <a:spcPts val="0"/>
              </a:spcBef>
              <a:spcAft>
                <a:spcPts val="0"/>
              </a:spcAft>
              <a:buNone/>
              <a:defRPr>
                <a:latin typeface="Arimo"/>
                <a:ea typeface="Arimo"/>
                <a:cs typeface="Arimo"/>
                <a:sym typeface="Arimo"/>
              </a:defRPr>
            </a:lvl1pPr>
            <a:lvl2pPr lvl="1">
              <a:spcBef>
                <a:spcPts val="0"/>
              </a:spcBef>
              <a:spcAft>
                <a:spcPts val="0"/>
              </a:spcAft>
              <a:buClr>
                <a:schemeClr val="dk1"/>
              </a:buClr>
              <a:buSzPts val="1000"/>
              <a:buFont typeface="Arimo"/>
              <a:buNone/>
              <a:defRPr sz="1000">
                <a:latin typeface="Arimo"/>
                <a:ea typeface="Arimo"/>
                <a:cs typeface="Arimo"/>
                <a:sym typeface="Arimo"/>
              </a:defRPr>
            </a:lvl2pPr>
            <a:lvl3pPr lvl="2">
              <a:spcBef>
                <a:spcPts val="0"/>
              </a:spcBef>
              <a:spcAft>
                <a:spcPts val="0"/>
              </a:spcAft>
              <a:buClr>
                <a:schemeClr val="dk1"/>
              </a:buClr>
              <a:buSzPts val="1000"/>
              <a:buFont typeface="Arimo"/>
              <a:buNone/>
              <a:defRPr sz="1000">
                <a:latin typeface="Arimo"/>
                <a:ea typeface="Arimo"/>
                <a:cs typeface="Arimo"/>
                <a:sym typeface="Arimo"/>
              </a:defRPr>
            </a:lvl3pPr>
            <a:lvl4pPr lvl="3">
              <a:spcBef>
                <a:spcPts val="0"/>
              </a:spcBef>
              <a:spcAft>
                <a:spcPts val="0"/>
              </a:spcAft>
              <a:buClr>
                <a:schemeClr val="dk1"/>
              </a:buClr>
              <a:buSzPts val="1000"/>
              <a:buFont typeface="Arimo"/>
              <a:buNone/>
              <a:defRPr sz="1000">
                <a:latin typeface="Arimo"/>
                <a:ea typeface="Arimo"/>
                <a:cs typeface="Arimo"/>
                <a:sym typeface="Arimo"/>
              </a:defRPr>
            </a:lvl4pPr>
            <a:lvl5pPr lvl="4">
              <a:spcBef>
                <a:spcPts val="0"/>
              </a:spcBef>
              <a:spcAft>
                <a:spcPts val="0"/>
              </a:spcAft>
              <a:buClr>
                <a:schemeClr val="dk1"/>
              </a:buClr>
              <a:buSzPts val="1000"/>
              <a:buFont typeface="Arimo"/>
              <a:buNone/>
              <a:defRPr sz="1000">
                <a:latin typeface="Arimo"/>
                <a:ea typeface="Arimo"/>
                <a:cs typeface="Arimo"/>
                <a:sym typeface="Arimo"/>
              </a:defRPr>
            </a:lvl5pPr>
            <a:lvl6pPr lvl="5">
              <a:spcBef>
                <a:spcPts val="0"/>
              </a:spcBef>
              <a:spcAft>
                <a:spcPts val="0"/>
              </a:spcAft>
              <a:buClr>
                <a:schemeClr val="dk1"/>
              </a:buClr>
              <a:buSzPts val="1000"/>
              <a:buFont typeface="Arimo"/>
              <a:buNone/>
              <a:defRPr sz="1000">
                <a:latin typeface="Arimo"/>
                <a:ea typeface="Arimo"/>
                <a:cs typeface="Arimo"/>
                <a:sym typeface="Arimo"/>
              </a:defRPr>
            </a:lvl6pPr>
            <a:lvl7pPr lvl="6">
              <a:spcBef>
                <a:spcPts val="0"/>
              </a:spcBef>
              <a:spcAft>
                <a:spcPts val="0"/>
              </a:spcAft>
              <a:buClr>
                <a:schemeClr val="dk1"/>
              </a:buClr>
              <a:buSzPts val="1000"/>
              <a:buFont typeface="Arimo"/>
              <a:buNone/>
              <a:defRPr sz="1000">
                <a:latin typeface="Arimo"/>
                <a:ea typeface="Arimo"/>
                <a:cs typeface="Arimo"/>
                <a:sym typeface="Arimo"/>
              </a:defRPr>
            </a:lvl7pPr>
            <a:lvl8pPr lvl="7">
              <a:spcBef>
                <a:spcPts val="0"/>
              </a:spcBef>
              <a:spcAft>
                <a:spcPts val="0"/>
              </a:spcAft>
              <a:buClr>
                <a:schemeClr val="dk1"/>
              </a:buClr>
              <a:buSzPts val="1000"/>
              <a:buFont typeface="Arimo"/>
              <a:buNone/>
              <a:defRPr sz="1000">
                <a:latin typeface="Arimo"/>
                <a:ea typeface="Arimo"/>
                <a:cs typeface="Arimo"/>
                <a:sym typeface="Arimo"/>
              </a:defRPr>
            </a:lvl8pPr>
            <a:lvl9pPr lvl="8">
              <a:spcBef>
                <a:spcPts val="0"/>
              </a:spcBef>
              <a:spcAft>
                <a:spcPts val="0"/>
              </a:spcAft>
              <a:buClr>
                <a:schemeClr val="dk1"/>
              </a:buClr>
              <a:buSzPts val="1000"/>
              <a:buFont typeface="Arimo"/>
              <a:buNone/>
              <a:defRPr sz="1000">
                <a:latin typeface="Arimo"/>
                <a:ea typeface="Arimo"/>
                <a:cs typeface="Arimo"/>
                <a:sym typeface="Arimo"/>
              </a:defRPr>
            </a:lvl9pPr>
          </a:lstStyle>
          <a:p/>
        </p:txBody>
      </p:sp>
      <p:sp>
        <p:nvSpPr>
          <p:cNvPr id="288" name="Google Shape;288;p34"/>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None/>
              <a:defRPr sz="1000"/>
            </a:lvl1pPr>
            <a:lvl2pPr indent="-228600" lvl="1" marL="914400">
              <a:spcBef>
                <a:spcPts val="0"/>
              </a:spcBef>
              <a:spcAft>
                <a:spcPts val="0"/>
              </a:spcAft>
              <a:buNone/>
              <a:defRPr sz="1000"/>
            </a:lvl2pPr>
            <a:lvl3pPr indent="-228600" lvl="2" marL="1371600">
              <a:spcBef>
                <a:spcPts val="0"/>
              </a:spcBef>
              <a:spcAft>
                <a:spcPts val="0"/>
              </a:spcAft>
              <a:buNone/>
              <a:defRPr sz="1000"/>
            </a:lvl3pPr>
            <a:lvl4pPr indent="-228600" lvl="3" marL="1828800">
              <a:spcBef>
                <a:spcPts val="0"/>
              </a:spcBef>
              <a:spcAft>
                <a:spcPts val="0"/>
              </a:spcAft>
              <a:buNone/>
              <a:defRPr sz="1000"/>
            </a:lvl4pPr>
            <a:lvl5pPr indent="-228600" lvl="4" marL="2286000">
              <a:spcBef>
                <a:spcPts val="0"/>
              </a:spcBef>
              <a:spcAft>
                <a:spcPts val="0"/>
              </a:spcAft>
              <a:buNone/>
              <a:defRPr sz="1000"/>
            </a:lvl5pPr>
            <a:lvl6pPr indent="-228600" lvl="5" marL="2743200">
              <a:spcBef>
                <a:spcPts val="0"/>
              </a:spcBef>
              <a:spcAft>
                <a:spcPts val="0"/>
              </a:spcAft>
              <a:buNone/>
              <a:defRPr sz="1000"/>
            </a:lvl6pPr>
            <a:lvl7pPr indent="-228600" lvl="6" marL="3200400">
              <a:spcBef>
                <a:spcPts val="0"/>
              </a:spcBef>
              <a:spcAft>
                <a:spcPts val="0"/>
              </a:spcAft>
              <a:buNone/>
              <a:defRPr sz="1000"/>
            </a:lvl7pPr>
            <a:lvl8pPr indent="-228600" lvl="7" marL="3657600">
              <a:spcBef>
                <a:spcPts val="0"/>
              </a:spcBef>
              <a:spcAft>
                <a:spcPts val="0"/>
              </a:spcAft>
              <a:buNone/>
              <a:defRPr sz="1000"/>
            </a:lvl8pPr>
            <a:lvl9pPr indent="-228600" lvl="8" marL="4114800">
              <a:spcBef>
                <a:spcPts val="0"/>
              </a:spcBef>
              <a:spcAft>
                <a:spcPts val="0"/>
              </a:spcAft>
              <a:buNone/>
              <a:defRPr sz="1000"/>
            </a:lvl9pPr>
          </a:lstStyle>
          <a:p/>
        </p:txBody>
      </p:sp>
      <p:sp>
        <p:nvSpPr>
          <p:cNvPr id="289" name="Google Shape;289;p34"/>
          <p:cNvSpPr txBox="1"/>
          <p:nvPr>
            <p:ph type="title"/>
          </p:nvPr>
        </p:nvSpPr>
        <p:spPr>
          <a:xfrm>
            <a:off x="277500" y="416250"/>
            <a:ext cx="8589000" cy="885000"/>
          </a:xfrm>
          <a:prstGeom prst="rect">
            <a:avLst/>
          </a:prstGeom>
        </p:spPr>
        <p:txBody>
          <a:bodyPr anchorCtr="0" anchor="t" bIns="0" lIns="0" spcFirstLastPara="1" rIns="0" wrap="square" tIns="91425">
            <a:noAutofit/>
          </a:bodyPr>
          <a:lstStyle>
            <a:lvl1pPr lvl="0">
              <a:lnSpc>
                <a:spcPct val="100000"/>
              </a:lnSpc>
              <a:spcBef>
                <a:spcPts val="0"/>
              </a:spcBef>
              <a:spcAft>
                <a:spcPts val="0"/>
              </a:spcAft>
              <a:buNone/>
              <a:defRPr sz="3000"/>
            </a:lvl1pPr>
            <a:lvl2pPr lvl="1" algn="ctr">
              <a:lnSpc>
                <a:spcPct val="115000"/>
              </a:lnSpc>
              <a:spcBef>
                <a:spcPts val="0"/>
              </a:spcBef>
              <a:spcAft>
                <a:spcPts val="0"/>
              </a:spcAft>
              <a:buNone/>
              <a:defRPr sz="4800">
                <a:latin typeface="Arimo SemiBold"/>
                <a:ea typeface="Arimo SemiBold"/>
                <a:cs typeface="Arimo SemiBold"/>
                <a:sym typeface="Arimo SemiBold"/>
              </a:defRPr>
            </a:lvl2pPr>
            <a:lvl3pPr lvl="2" algn="ctr">
              <a:lnSpc>
                <a:spcPct val="115000"/>
              </a:lnSpc>
              <a:spcBef>
                <a:spcPts val="0"/>
              </a:spcBef>
              <a:spcAft>
                <a:spcPts val="0"/>
              </a:spcAft>
              <a:buNone/>
              <a:defRPr sz="4800">
                <a:latin typeface="Arimo SemiBold"/>
                <a:ea typeface="Arimo SemiBold"/>
                <a:cs typeface="Arimo SemiBold"/>
                <a:sym typeface="Arimo SemiBold"/>
              </a:defRPr>
            </a:lvl3pPr>
            <a:lvl4pPr lvl="3" algn="ctr">
              <a:lnSpc>
                <a:spcPct val="115000"/>
              </a:lnSpc>
              <a:spcBef>
                <a:spcPts val="0"/>
              </a:spcBef>
              <a:spcAft>
                <a:spcPts val="0"/>
              </a:spcAft>
              <a:buNone/>
              <a:defRPr sz="4800">
                <a:latin typeface="Arimo SemiBold"/>
                <a:ea typeface="Arimo SemiBold"/>
                <a:cs typeface="Arimo SemiBold"/>
                <a:sym typeface="Arimo SemiBold"/>
              </a:defRPr>
            </a:lvl4pPr>
            <a:lvl5pPr lvl="4" algn="ctr">
              <a:lnSpc>
                <a:spcPct val="115000"/>
              </a:lnSpc>
              <a:spcBef>
                <a:spcPts val="0"/>
              </a:spcBef>
              <a:spcAft>
                <a:spcPts val="0"/>
              </a:spcAft>
              <a:buNone/>
              <a:defRPr sz="4800">
                <a:latin typeface="Arimo SemiBold"/>
                <a:ea typeface="Arimo SemiBold"/>
                <a:cs typeface="Arimo SemiBold"/>
                <a:sym typeface="Arimo SemiBold"/>
              </a:defRPr>
            </a:lvl5pPr>
            <a:lvl6pPr lvl="5" algn="ctr">
              <a:lnSpc>
                <a:spcPct val="115000"/>
              </a:lnSpc>
              <a:spcBef>
                <a:spcPts val="0"/>
              </a:spcBef>
              <a:spcAft>
                <a:spcPts val="0"/>
              </a:spcAft>
              <a:buNone/>
              <a:defRPr sz="4800">
                <a:latin typeface="Arimo SemiBold"/>
                <a:ea typeface="Arimo SemiBold"/>
                <a:cs typeface="Arimo SemiBold"/>
                <a:sym typeface="Arimo SemiBold"/>
              </a:defRPr>
            </a:lvl6pPr>
            <a:lvl7pPr lvl="6" algn="ctr">
              <a:lnSpc>
                <a:spcPct val="115000"/>
              </a:lnSpc>
              <a:spcBef>
                <a:spcPts val="0"/>
              </a:spcBef>
              <a:spcAft>
                <a:spcPts val="0"/>
              </a:spcAft>
              <a:buNone/>
              <a:defRPr sz="4800">
                <a:latin typeface="Arimo SemiBold"/>
                <a:ea typeface="Arimo SemiBold"/>
                <a:cs typeface="Arimo SemiBold"/>
                <a:sym typeface="Arimo SemiBold"/>
              </a:defRPr>
            </a:lvl7pPr>
            <a:lvl8pPr lvl="7" algn="ctr">
              <a:lnSpc>
                <a:spcPct val="115000"/>
              </a:lnSpc>
              <a:spcBef>
                <a:spcPts val="0"/>
              </a:spcBef>
              <a:spcAft>
                <a:spcPts val="0"/>
              </a:spcAft>
              <a:buNone/>
              <a:defRPr sz="4800">
                <a:latin typeface="Arimo SemiBold"/>
                <a:ea typeface="Arimo SemiBold"/>
                <a:cs typeface="Arimo SemiBold"/>
                <a:sym typeface="Arimo SemiBold"/>
              </a:defRPr>
            </a:lvl8pPr>
            <a:lvl9pPr lvl="8" algn="ctr">
              <a:lnSpc>
                <a:spcPct val="115000"/>
              </a:lnSpc>
              <a:spcBef>
                <a:spcPts val="0"/>
              </a:spcBef>
              <a:spcAft>
                <a:spcPts val="0"/>
              </a:spcAft>
              <a:buNone/>
              <a:defRPr sz="4800">
                <a:latin typeface="Arimo SemiBold"/>
                <a:ea typeface="Arimo SemiBold"/>
                <a:cs typeface="Arimo SemiBold"/>
                <a:sym typeface="Arimo SemiBold"/>
              </a:defRPr>
            </a:lvl9pPr>
          </a:lstStyle>
          <a:p/>
        </p:txBody>
      </p:sp>
      <p:sp>
        <p:nvSpPr>
          <p:cNvPr id="290" name="Google Shape;290;p34"/>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1" name="Google Shape;291;p34"/>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lvl1pPr lvl="0" algn="r">
              <a:spcBef>
                <a:spcPts val="0"/>
              </a:spcBef>
              <a:spcAft>
                <a:spcPts val="0"/>
              </a:spcAft>
              <a:buClr>
                <a:schemeClr val="dk1"/>
              </a:buClr>
              <a:buSzPts val="800"/>
              <a:buFont typeface="Arimo"/>
              <a:buNone/>
              <a:defRPr sz="800">
                <a:latin typeface="Arimo"/>
                <a:ea typeface="Arimo"/>
                <a:cs typeface="Arimo"/>
                <a:sym typeface="Arimo"/>
              </a:defRPr>
            </a:lvl1pPr>
            <a:lvl2pPr lvl="1">
              <a:spcBef>
                <a:spcPts val="0"/>
              </a:spcBef>
              <a:spcAft>
                <a:spcPts val="0"/>
              </a:spcAft>
              <a:buClr>
                <a:schemeClr val="dk1"/>
              </a:buClr>
              <a:buSzPts val="1400"/>
              <a:buFont typeface="Arimo"/>
              <a:buNone/>
              <a:defRPr>
                <a:latin typeface="Arimo"/>
                <a:ea typeface="Arimo"/>
                <a:cs typeface="Arimo"/>
                <a:sym typeface="Arimo"/>
              </a:defRPr>
            </a:lvl2pPr>
            <a:lvl3pPr lvl="2">
              <a:spcBef>
                <a:spcPts val="0"/>
              </a:spcBef>
              <a:spcAft>
                <a:spcPts val="0"/>
              </a:spcAft>
              <a:buClr>
                <a:schemeClr val="dk1"/>
              </a:buClr>
              <a:buSzPts val="1400"/>
              <a:buFont typeface="Arimo"/>
              <a:buNone/>
              <a:defRPr>
                <a:latin typeface="Arimo"/>
                <a:ea typeface="Arimo"/>
                <a:cs typeface="Arimo"/>
                <a:sym typeface="Arimo"/>
              </a:defRPr>
            </a:lvl3pPr>
            <a:lvl4pPr lvl="3">
              <a:spcBef>
                <a:spcPts val="0"/>
              </a:spcBef>
              <a:spcAft>
                <a:spcPts val="0"/>
              </a:spcAft>
              <a:buClr>
                <a:schemeClr val="dk1"/>
              </a:buClr>
              <a:buSzPts val="1400"/>
              <a:buFont typeface="Arimo"/>
              <a:buNone/>
              <a:defRPr>
                <a:latin typeface="Arimo"/>
                <a:ea typeface="Arimo"/>
                <a:cs typeface="Arimo"/>
                <a:sym typeface="Arimo"/>
              </a:defRPr>
            </a:lvl4pPr>
            <a:lvl5pPr lvl="4">
              <a:spcBef>
                <a:spcPts val="0"/>
              </a:spcBef>
              <a:spcAft>
                <a:spcPts val="0"/>
              </a:spcAft>
              <a:buClr>
                <a:schemeClr val="dk1"/>
              </a:buClr>
              <a:buSzPts val="1400"/>
              <a:buFont typeface="Arimo"/>
              <a:buNone/>
              <a:defRPr>
                <a:latin typeface="Arimo"/>
                <a:ea typeface="Arimo"/>
                <a:cs typeface="Arimo"/>
                <a:sym typeface="Arimo"/>
              </a:defRPr>
            </a:lvl5pPr>
            <a:lvl6pPr lvl="5">
              <a:spcBef>
                <a:spcPts val="0"/>
              </a:spcBef>
              <a:spcAft>
                <a:spcPts val="0"/>
              </a:spcAft>
              <a:buClr>
                <a:schemeClr val="dk1"/>
              </a:buClr>
              <a:buSzPts val="1400"/>
              <a:buFont typeface="Arimo"/>
              <a:buNone/>
              <a:defRPr>
                <a:latin typeface="Arimo"/>
                <a:ea typeface="Arimo"/>
                <a:cs typeface="Arimo"/>
                <a:sym typeface="Arimo"/>
              </a:defRPr>
            </a:lvl6pPr>
            <a:lvl7pPr lvl="6">
              <a:spcBef>
                <a:spcPts val="0"/>
              </a:spcBef>
              <a:spcAft>
                <a:spcPts val="0"/>
              </a:spcAft>
              <a:buClr>
                <a:schemeClr val="dk1"/>
              </a:buClr>
              <a:buSzPts val="1400"/>
              <a:buFont typeface="Arimo"/>
              <a:buNone/>
              <a:defRPr>
                <a:latin typeface="Arimo"/>
                <a:ea typeface="Arimo"/>
                <a:cs typeface="Arimo"/>
                <a:sym typeface="Arimo"/>
              </a:defRPr>
            </a:lvl7pPr>
            <a:lvl8pPr lvl="7">
              <a:spcBef>
                <a:spcPts val="0"/>
              </a:spcBef>
              <a:spcAft>
                <a:spcPts val="0"/>
              </a:spcAft>
              <a:buClr>
                <a:schemeClr val="dk1"/>
              </a:buClr>
              <a:buSzPts val="1400"/>
              <a:buFont typeface="Arimo"/>
              <a:buNone/>
              <a:defRPr>
                <a:latin typeface="Arimo"/>
                <a:ea typeface="Arimo"/>
                <a:cs typeface="Arimo"/>
                <a:sym typeface="Arimo"/>
              </a:defRPr>
            </a:lvl8pPr>
            <a:lvl9pPr lvl="8">
              <a:spcBef>
                <a:spcPts val="0"/>
              </a:spcBef>
              <a:spcAft>
                <a:spcPts val="0"/>
              </a:spcAft>
              <a:buClr>
                <a:schemeClr val="dk1"/>
              </a:buClr>
              <a:buSzPts val="1400"/>
              <a:buFont typeface="Arimo"/>
              <a:buNone/>
              <a:defRPr>
                <a:latin typeface="Arimo"/>
                <a:ea typeface="Arimo"/>
                <a:cs typeface="Arimo"/>
                <a:sym typeface="Arimo"/>
              </a:defRPr>
            </a:lvl9pPr>
          </a:lstStyle>
          <a:p/>
        </p:txBody>
      </p:sp>
      <p:sp>
        <p:nvSpPr>
          <p:cNvPr id="292" name="Google Shape;292;p34"/>
          <p:cNvSpPr txBox="1"/>
          <p:nvPr>
            <p:ph idx="12" type="sldNum"/>
          </p:nvPr>
        </p:nvSpPr>
        <p:spPr>
          <a:xfrm>
            <a:off x="8208648" y="4749900"/>
            <a:ext cx="657900" cy="192000"/>
          </a:xfrm>
          <a:prstGeom prst="rect">
            <a:avLst/>
          </a:prstGeom>
          <a:noFill/>
          <a:ln>
            <a:noFill/>
          </a:ln>
        </p:spPr>
        <p:txBody>
          <a:bodyPr anchorCtr="0" anchor="ctr" bIns="91425" lIns="91425" spcFirstLastPara="1" rIns="0" wrap="square" tIns="91425">
            <a:noAutofit/>
          </a:bodyPr>
          <a:lstStyle>
            <a:lvl1pPr indent="0" lvl="0" marL="0" marR="0" algn="r">
              <a:lnSpc>
                <a:spcPct val="100000"/>
              </a:lnSpc>
              <a:spcBef>
                <a:spcPts val="0"/>
              </a:spcBef>
              <a:spcAft>
                <a:spcPts val="0"/>
              </a:spcAft>
              <a:buSzPts val="700"/>
              <a:buNone/>
              <a:defRPr sz="700">
                <a:solidFill>
                  <a:schemeClr val="dk1"/>
                </a:solidFill>
                <a:latin typeface="Arimo"/>
                <a:ea typeface="Arimo"/>
                <a:cs typeface="Arimo"/>
                <a:sym typeface="Arimo"/>
              </a:defRPr>
            </a:lvl1pPr>
            <a:lvl2pPr indent="0" lvl="1" marL="0" marR="0" algn="r">
              <a:lnSpc>
                <a:spcPct val="100000"/>
              </a:lnSpc>
              <a:spcBef>
                <a:spcPts val="0"/>
              </a:spcBef>
              <a:spcAft>
                <a:spcPts val="0"/>
              </a:spcAft>
              <a:buSzPts val="700"/>
              <a:buNone/>
              <a:defRPr sz="700">
                <a:solidFill>
                  <a:schemeClr val="dk1"/>
                </a:solidFill>
                <a:latin typeface="Arimo"/>
                <a:ea typeface="Arimo"/>
                <a:cs typeface="Arimo"/>
                <a:sym typeface="Arimo"/>
              </a:defRPr>
            </a:lvl2pPr>
            <a:lvl3pPr indent="0" lvl="2" marL="0" marR="0" algn="r">
              <a:lnSpc>
                <a:spcPct val="100000"/>
              </a:lnSpc>
              <a:spcBef>
                <a:spcPts val="0"/>
              </a:spcBef>
              <a:spcAft>
                <a:spcPts val="0"/>
              </a:spcAft>
              <a:buSzPts val="700"/>
              <a:buNone/>
              <a:defRPr sz="700">
                <a:solidFill>
                  <a:schemeClr val="dk1"/>
                </a:solidFill>
                <a:latin typeface="Arimo"/>
                <a:ea typeface="Arimo"/>
                <a:cs typeface="Arimo"/>
                <a:sym typeface="Arimo"/>
              </a:defRPr>
            </a:lvl3pPr>
            <a:lvl4pPr indent="0" lvl="3" marL="0" marR="0" algn="r">
              <a:lnSpc>
                <a:spcPct val="100000"/>
              </a:lnSpc>
              <a:spcBef>
                <a:spcPts val="0"/>
              </a:spcBef>
              <a:spcAft>
                <a:spcPts val="0"/>
              </a:spcAft>
              <a:buSzPts val="700"/>
              <a:buNone/>
              <a:defRPr sz="700">
                <a:solidFill>
                  <a:schemeClr val="dk1"/>
                </a:solidFill>
                <a:latin typeface="Arimo"/>
                <a:ea typeface="Arimo"/>
                <a:cs typeface="Arimo"/>
                <a:sym typeface="Arimo"/>
              </a:defRPr>
            </a:lvl4pPr>
            <a:lvl5pPr indent="0" lvl="4" marL="0" marR="0" algn="r">
              <a:lnSpc>
                <a:spcPct val="100000"/>
              </a:lnSpc>
              <a:spcBef>
                <a:spcPts val="0"/>
              </a:spcBef>
              <a:spcAft>
                <a:spcPts val="0"/>
              </a:spcAft>
              <a:buSzPts val="700"/>
              <a:buNone/>
              <a:defRPr sz="700">
                <a:solidFill>
                  <a:schemeClr val="dk1"/>
                </a:solidFill>
                <a:latin typeface="Arimo"/>
                <a:ea typeface="Arimo"/>
                <a:cs typeface="Arimo"/>
                <a:sym typeface="Arimo"/>
              </a:defRPr>
            </a:lvl5pPr>
            <a:lvl6pPr indent="0" lvl="5" marL="0" marR="0" algn="r">
              <a:lnSpc>
                <a:spcPct val="100000"/>
              </a:lnSpc>
              <a:spcBef>
                <a:spcPts val="0"/>
              </a:spcBef>
              <a:spcAft>
                <a:spcPts val="0"/>
              </a:spcAft>
              <a:buSzPts val="700"/>
              <a:buNone/>
              <a:defRPr sz="700">
                <a:solidFill>
                  <a:schemeClr val="dk1"/>
                </a:solidFill>
                <a:latin typeface="Arimo"/>
                <a:ea typeface="Arimo"/>
                <a:cs typeface="Arimo"/>
                <a:sym typeface="Arimo"/>
              </a:defRPr>
            </a:lvl6pPr>
            <a:lvl7pPr indent="0" lvl="6" marL="0" marR="0" algn="r">
              <a:lnSpc>
                <a:spcPct val="100000"/>
              </a:lnSpc>
              <a:spcBef>
                <a:spcPts val="0"/>
              </a:spcBef>
              <a:spcAft>
                <a:spcPts val="0"/>
              </a:spcAft>
              <a:buSzPts val="700"/>
              <a:buNone/>
              <a:defRPr sz="700">
                <a:solidFill>
                  <a:schemeClr val="dk1"/>
                </a:solidFill>
                <a:latin typeface="Arimo"/>
                <a:ea typeface="Arimo"/>
                <a:cs typeface="Arimo"/>
                <a:sym typeface="Arimo"/>
              </a:defRPr>
            </a:lvl7pPr>
            <a:lvl8pPr indent="0" lvl="7" marL="0" marR="0" algn="r">
              <a:lnSpc>
                <a:spcPct val="100000"/>
              </a:lnSpc>
              <a:spcBef>
                <a:spcPts val="0"/>
              </a:spcBef>
              <a:spcAft>
                <a:spcPts val="0"/>
              </a:spcAft>
              <a:buSzPts val="700"/>
              <a:buNone/>
              <a:defRPr sz="700">
                <a:solidFill>
                  <a:schemeClr val="dk1"/>
                </a:solidFill>
                <a:latin typeface="Arimo"/>
                <a:ea typeface="Arimo"/>
                <a:cs typeface="Arimo"/>
                <a:sym typeface="Arimo"/>
              </a:defRPr>
            </a:lvl8pPr>
            <a:lvl9pPr indent="0" lvl="8" marL="0" marR="0" algn="r">
              <a:lnSpc>
                <a:spcPct val="100000"/>
              </a:lnSpc>
              <a:spcBef>
                <a:spcPts val="0"/>
              </a:spcBef>
              <a:spcAft>
                <a:spcPts val="0"/>
              </a:spcAft>
              <a:buSzPts val="700"/>
              <a:buNone/>
              <a:defRPr sz="700">
                <a:solidFill>
                  <a:schemeClr val="dk1"/>
                </a:solidFill>
                <a:latin typeface="Arimo"/>
                <a:ea typeface="Arimo"/>
                <a:cs typeface="Arimo"/>
                <a:sym typeface="Arimo"/>
              </a:defRPr>
            </a:lvl9pPr>
          </a:lstStyle>
          <a:p>
            <a:pPr indent="-4445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3" name="Shape 293"/>
        <p:cNvGrpSpPr/>
        <p:nvPr/>
      </p:nvGrpSpPr>
      <p:grpSpPr>
        <a:xfrm>
          <a:off x="0" y="0"/>
          <a:ext cx="0" cy="0"/>
          <a:chOff x="0" y="0"/>
          <a:chExt cx="0" cy="0"/>
        </a:xfrm>
      </p:grpSpPr>
      <p:sp>
        <p:nvSpPr>
          <p:cNvPr id="294" name="Google Shape;294;p35"/>
          <p:cNvSpPr txBox="1"/>
          <p:nvPr>
            <p:ph type="ctrTitle"/>
          </p:nvPr>
        </p:nvSpPr>
        <p:spPr>
          <a:xfrm>
            <a:off x="311708" y="744575"/>
            <a:ext cx="8520600" cy="2052600"/>
          </a:xfrm>
          <a:prstGeom prst="rect">
            <a:avLst/>
          </a:prstGeom>
        </p:spPr>
        <p:txBody>
          <a:bodyPr anchorCtr="0" anchor="b" bIns="0" lIns="0" spcFirstLastPara="1" rIns="0"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95" name="Google Shape;295;p35"/>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6" name="Shape 296"/>
        <p:cNvGrpSpPr/>
        <p:nvPr/>
      </p:nvGrpSpPr>
      <p:grpSpPr>
        <a:xfrm>
          <a:off x="0" y="0"/>
          <a:ext cx="0" cy="0"/>
          <a:chOff x="0" y="0"/>
          <a:chExt cx="0" cy="0"/>
        </a:xfrm>
      </p:grpSpPr>
      <p:sp>
        <p:nvSpPr>
          <p:cNvPr id="297" name="Google Shape;297;p36"/>
          <p:cNvSpPr txBox="1"/>
          <p:nvPr>
            <p:ph type="title"/>
          </p:nvPr>
        </p:nvSpPr>
        <p:spPr>
          <a:xfrm>
            <a:off x="311700" y="2150850"/>
            <a:ext cx="8520600" cy="841800"/>
          </a:xfrm>
          <a:prstGeom prst="rect">
            <a:avLst/>
          </a:prstGeom>
        </p:spPr>
        <p:txBody>
          <a:bodyPr anchorCtr="0" anchor="ctr" bIns="0" lIns="0" spcFirstLastPara="1" rIns="0" wrap="square" tIns="0">
            <a:spAutoFit/>
          </a:bodyPr>
          <a:lstStyle>
            <a:lvl1pPr lvl="0" algn="ctr">
              <a:spcBef>
                <a:spcPts val="0"/>
              </a:spcBef>
              <a:spcAft>
                <a:spcPts val="0"/>
              </a:spcAft>
              <a:buSzPts val="3600"/>
              <a:buChar char="●"/>
              <a:defRPr/>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98" name="Shape 298"/>
        <p:cNvGrpSpPr/>
        <p:nvPr/>
      </p:nvGrpSpPr>
      <p:grpSpPr>
        <a:xfrm>
          <a:off x="0" y="0"/>
          <a:ext cx="0" cy="0"/>
          <a:chOff x="0" y="0"/>
          <a:chExt cx="0" cy="0"/>
        </a:xfrm>
      </p:grpSpPr>
      <p:sp>
        <p:nvSpPr>
          <p:cNvPr id="299" name="Google Shape;299;p3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0" name="Google Shape;300;p37"/>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01" name="Shape 301"/>
        <p:cNvGrpSpPr/>
        <p:nvPr/>
      </p:nvGrpSpPr>
      <p:grpSpPr>
        <a:xfrm>
          <a:off x="0" y="0"/>
          <a:ext cx="0" cy="0"/>
          <a:chOff x="0" y="0"/>
          <a:chExt cx="0" cy="0"/>
        </a:xfrm>
      </p:grpSpPr>
      <p:sp>
        <p:nvSpPr>
          <p:cNvPr id="302" name="Google Shape;302;p38"/>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3" name="Google Shape;303;p38"/>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38"/>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55600"/>
            <a:ext cx="2808000" cy="755700"/>
          </a:xfrm>
          <a:prstGeom prst="rect">
            <a:avLst/>
          </a:prstGeom>
        </p:spPr>
        <p:txBody>
          <a:bodyPr anchorCtr="0" anchor="b" bIns="0" lIns="0" spcFirstLastPara="1" rIns="0"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9" name="Google Shape;309;p40"/>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0" name="Shape 310"/>
        <p:cNvGrpSpPr/>
        <p:nvPr/>
      </p:nvGrpSpPr>
      <p:grpSpPr>
        <a:xfrm>
          <a:off x="0" y="0"/>
          <a:ext cx="0" cy="0"/>
          <a:chOff x="0" y="0"/>
          <a:chExt cx="0" cy="0"/>
        </a:xfrm>
      </p:grpSpPr>
      <p:sp>
        <p:nvSpPr>
          <p:cNvPr id="311" name="Google Shape;311;p41"/>
          <p:cNvSpPr txBox="1"/>
          <p:nvPr>
            <p:ph type="title"/>
          </p:nvPr>
        </p:nvSpPr>
        <p:spPr>
          <a:xfrm>
            <a:off x="490250" y="450150"/>
            <a:ext cx="6367800" cy="4090800"/>
          </a:xfrm>
          <a:prstGeom prst="rect">
            <a:avLst/>
          </a:prstGeom>
        </p:spPr>
        <p:txBody>
          <a:bodyPr anchorCtr="0" anchor="ctr" bIns="0" lIns="0" spcFirstLastPara="1" rIns="0" wrap="square" tIns="0">
            <a:sp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12" name="Shape 312"/>
        <p:cNvGrpSpPr/>
        <p:nvPr/>
      </p:nvGrpSpPr>
      <p:grpSpPr>
        <a:xfrm>
          <a:off x="0" y="0"/>
          <a:ext cx="0" cy="0"/>
          <a:chOff x="0" y="0"/>
          <a:chExt cx="0" cy="0"/>
        </a:xfrm>
      </p:grpSpPr>
      <p:sp>
        <p:nvSpPr>
          <p:cNvPr id="313" name="Google Shape;313;p42"/>
          <p:cNvSpPr txBox="1"/>
          <p:nvPr>
            <p:ph type="title"/>
          </p:nvPr>
        </p:nvSpPr>
        <p:spPr>
          <a:xfrm>
            <a:off x="265500" y="1233175"/>
            <a:ext cx="4045200" cy="1482300"/>
          </a:xfrm>
          <a:prstGeom prst="rect">
            <a:avLst/>
          </a:prstGeom>
        </p:spPr>
        <p:txBody>
          <a:bodyPr anchorCtr="0" anchor="b" bIns="0" lIns="0" spcFirstLastPara="1" rIns="0"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14" name="Google Shape;314;p42"/>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5" name="Google Shape;315;p42"/>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16" name="Shape 316"/>
        <p:cNvGrpSpPr/>
        <p:nvPr/>
      </p:nvGrpSpPr>
      <p:grpSpPr>
        <a:xfrm>
          <a:off x="0" y="0"/>
          <a:ext cx="0" cy="0"/>
          <a:chOff x="0" y="0"/>
          <a:chExt cx="0" cy="0"/>
        </a:xfrm>
      </p:grpSpPr>
      <p:sp>
        <p:nvSpPr>
          <p:cNvPr id="317" name="Google Shape;317;p43"/>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18" name="Shape 318"/>
        <p:cNvGrpSpPr/>
        <p:nvPr/>
      </p:nvGrpSpPr>
      <p:grpSpPr>
        <a:xfrm>
          <a:off x="0" y="0"/>
          <a:ext cx="0" cy="0"/>
          <a:chOff x="0" y="0"/>
          <a:chExt cx="0" cy="0"/>
        </a:xfrm>
      </p:grpSpPr>
      <p:sp>
        <p:nvSpPr>
          <p:cNvPr id="319" name="Google Shape;319;p44"/>
          <p:cNvSpPr txBox="1"/>
          <p:nvPr>
            <p:ph hasCustomPrompt="1" type="title"/>
          </p:nvPr>
        </p:nvSpPr>
        <p:spPr>
          <a:xfrm>
            <a:off x="311700" y="1106125"/>
            <a:ext cx="8520600" cy="1963500"/>
          </a:xfrm>
          <a:prstGeom prst="rect">
            <a:avLst/>
          </a:prstGeom>
        </p:spPr>
        <p:txBody>
          <a:bodyPr anchorCtr="0" anchor="b" bIns="0" lIns="0" spcFirstLastPara="1" rIns="0"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20" name="Google Shape;320;p44"/>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21" name="Shape 321"/>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22" name="Shape 322"/>
        <p:cNvGrpSpPr/>
        <p:nvPr/>
      </p:nvGrpSpPr>
      <p:grpSpPr>
        <a:xfrm>
          <a:off x="0" y="0"/>
          <a:ext cx="0" cy="0"/>
          <a:chOff x="0" y="0"/>
          <a:chExt cx="0" cy="0"/>
        </a:xfrm>
      </p:grpSpPr>
      <p:sp>
        <p:nvSpPr>
          <p:cNvPr id="323" name="Google Shape;323;p46"/>
          <p:cNvSpPr txBox="1"/>
          <p:nvPr>
            <p:ph type="title"/>
          </p:nvPr>
        </p:nvSpPr>
        <p:spPr>
          <a:xfrm>
            <a:off x="677325" y="1832775"/>
            <a:ext cx="3217200" cy="1484100"/>
          </a:xfrm>
          <a:prstGeom prst="rect">
            <a:avLst/>
          </a:prstGeom>
        </p:spPr>
        <p:txBody>
          <a:bodyPr anchorCtr="0" anchor="ctr" bIns="0" lIns="0" spcFirstLastPara="1" rIns="0"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6"/>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6"/>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46"/>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46"/>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46"/>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46"/>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2" name="Google Shape;332;p47"/>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3" name="Google Shape;333;p4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34" name="Shape 334"/>
        <p:cNvGrpSpPr/>
        <p:nvPr/>
      </p:nvGrpSpPr>
      <p:grpSpPr>
        <a:xfrm>
          <a:off x="0" y="0"/>
          <a:ext cx="0" cy="0"/>
          <a:chOff x="0" y="0"/>
          <a:chExt cx="0" cy="0"/>
        </a:xfrm>
      </p:grpSpPr>
      <p:sp>
        <p:nvSpPr>
          <p:cNvPr id="335" name="Google Shape;335;p48"/>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36" name="Google Shape;336;p48"/>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7" name="Google Shape;337;p48"/>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8"/>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9" name="Google Shape;339;p48"/>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0" name="Shape 340"/>
        <p:cNvGrpSpPr/>
        <p:nvPr/>
      </p:nvGrpSpPr>
      <p:grpSpPr>
        <a:xfrm>
          <a:off x="0" y="0"/>
          <a:ext cx="0" cy="0"/>
          <a:chOff x="0" y="0"/>
          <a:chExt cx="0" cy="0"/>
        </a:xfrm>
      </p:grpSpPr>
      <p:sp>
        <p:nvSpPr>
          <p:cNvPr id="341" name="Google Shape;341;p49"/>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49"/>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3" name="Google Shape;343;p49"/>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44" name="Google Shape;344;p49"/>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5" name="Google Shape;345;p49"/>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6" name="Google Shape;346;p49"/>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7" name="Google Shape;347;p49"/>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48" name="Shape 348"/>
        <p:cNvGrpSpPr/>
        <p:nvPr/>
      </p:nvGrpSpPr>
      <p:grpSpPr>
        <a:xfrm>
          <a:off x="0" y="0"/>
          <a:ext cx="0" cy="0"/>
          <a:chOff x="0" y="0"/>
          <a:chExt cx="0" cy="0"/>
        </a:xfrm>
      </p:grpSpPr>
      <p:sp>
        <p:nvSpPr>
          <p:cNvPr id="349" name="Google Shape;349;p50"/>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0" name="Google Shape;350;p50"/>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0"/>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0"/>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3" name="Google Shape;353;p50"/>
          <p:cNvSpPr txBox="1"/>
          <p:nvPr>
            <p:ph type="title"/>
          </p:nvPr>
        </p:nvSpPr>
        <p:spPr>
          <a:xfrm>
            <a:off x="366750"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4" name="Google Shape;354;p50"/>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0"/>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0"/>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50"/>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58" name="Shape 358"/>
        <p:cNvGrpSpPr/>
        <p:nvPr/>
      </p:nvGrpSpPr>
      <p:grpSpPr>
        <a:xfrm>
          <a:off x="0" y="0"/>
          <a:ext cx="0" cy="0"/>
          <a:chOff x="0" y="0"/>
          <a:chExt cx="0" cy="0"/>
        </a:xfrm>
      </p:grpSpPr>
      <p:sp>
        <p:nvSpPr>
          <p:cNvPr id="359" name="Google Shape;359;p51"/>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0" name="Google Shape;360;p5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61" name="Shape 361"/>
        <p:cNvGrpSpPr/>
        <p:nvPr/>
      </p:nvGrpSpPr>
      <p:grpSpPr>
        <a:xfrm>
          <a:off x="0" y="0"/>
          <a:ext cx="0" cy="0"/>
          <a:chOff x="0" y="0"/>
          <a:chExt cx="0" cy="0"/>
        </a:xfrm>
      </p:grpSpPr>
      <p:sp>
        <p:nvSpPr>
          <p:cNvPr id="362" name="Google Shape;362;p52"/>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3" name="Google Shape;363;p52"/>
          <p:cNvSpPr/>
          <p:nvPr>
            <p:ph idx="2" type="pic"/>
          </p:nvPr>
        </p:nvSpPr>
        <p:spPr>
          <a:xfrm>
            <a:off x="4804825" y="1133300"/>
            <a:ext cx="4027500" cy="2392800"/>
          </a:xfrm>
          <a:prstGeom prst="rect">
            <a:avLst/>
          </a:prstGeom>
          <a:noFill/>
          <a:ln>
            <a:noFill/>
          </a:ln>
        </p:spPr>
      </p:sp>
      <p:sp>
        <p:nvSpPr>
          <p:cNvPr id="364" name="Google Shape;364;p52"/>
          <p:cNvSpPr/>
          <p:nvPr>
            <p:ph idx="3" type="pic"/>
          </p:nvPr>
        </p:nvSpPr>
        <p:spPr>
          <a:xfrm>
            <a:off x="311725" y="1133300"/>
            <a:ext cx="4027500" cy="2392800"/>
          </a:xfrm>
          <a:prstGeom prst="rect">
            <a:avLst/>
          </a:prstGeom>
          <a:noFill/>
          <a:ln>
            <a:noFill/>
          </a:ln>
        </p:spPr>
      </p:sp>
      <p:sp>
        <p:nvSpPr>
          <p:cNvPr id="365" name="Google Shape;365;p52"/>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52"/>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7" name="Google Shape;367;p52"/>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68" name="Google Shape;368;p52"/>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69" name="Shape 369"/>
        <p:cNvGrpSpPr/>
        <p:nvPr/>
      </p:nvGrpSpPr>
      <p:grpSpPr>
        <a:xfrm>
          <a:off x="0" y="0"/>
          <a:ext cx="0" cy="0"/>
          <a:chOff x="0" y="0"/>
          <a:chExt cx="0" cy="0"/>
        </a:xfrm>
      </p:grpSpPr>
      <p:sp>
        <p:nvSpPr>
          <p:cNvPr id="370" name="Google Shape;370;p53"/>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1" name="Google Shape;371;p53"/>
          <p:cNvSpPr/>
          <p:nvPr>
            <p:ph idx="2" type="pic"/>
          </p:nvPr>
        </p:nvSpPr>
        <p:spPr>
          <a:xfrm>
            <a:off x="6205225" y="1128325"/>
            <a:ext cx="2627100" cy="2273100"/>
          </a:xfrm>
          <a:prstGeom prst="rect">
            <a:avLst/>
          </a:prstGeom>
          <a:noFill/>
          <a:ln>
            <a:noFill/>
          </a:ln>
        </p:spPr>
      </p:sp>
      <p:sp>
        <p:nvSpPr>
          <p:cNvPr id="372" name="Google Shape;372;p53"/>
          <p:cNvSpPr/>
          <p:nvPr>
            <p:ph idx="3" type="pic"/>
          </p:nvPr>
        </p:nvSpPr>
        <p:spPr>
          <a:xfrm>
            <a:off x="311725" y="1128325"/>
            <a:ext cx="2627100" cy="2273100"/>
          </a:xfrm>
          <a:prstGeom prst="rect">
            <a:avLst/>
          </a:prstGeom>
          <a:noFill/>
          <a:ln>
            <a:noFill/>
          </a:ln>
        </p:spPr>
      </p:sp>
      <p:sp>
        <p:nvSpPr>
          <p:cNvPr id="373" name="Google Shape;373;p53"/>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53"/>
          <p:cNvSpPr/>
          <p:nvPr>
            <p:ph idx="5" type="pic"/>
          </p:nvPr>
        </p:nvSpPr>
        <p:spPr>
          <a:xfrm>
            <a:off x="3255250" y="1128325"/>
            <a:ext cx="2627100" cy="2273100"/>
          </a:xfrm>
          <a:prstGeom prst="rect">
            <a:avLst/>
          </a:prstGeom>
          <a:noFill/>
          <a:ln>
            <a:noFill/>
          </a:ln>
        </p:spPr>
      </p:sp>
      <p:sp>
        <p:nvSpPr>
          <p:cNvPr id="375" name="Google Shape;375;p53"/>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6" name="Google Shape;376;p53"/>
          <p:cNvSpPr txBox="1"/>
          <p:nvPr>
            <p:ph type="title"/>
          </p:nvPr>
        </p:nvSpPr>
        <p:spPr>
          <a:xfrm>
            <a:off x="311700" y="445025"/>
            <a:ext cx="8520600" cy="5727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7" name="Google Shape;377;p53"/>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8" name="Google Shape;378;p53"/>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9" name="Google Shape;379;p53"/>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0" name="Shape 380"/>
        <p:cNvGrpSpPr/>
        <p:nvPr/>
      </p:nvGrpSpPr>
      <p:grpSpPr>
        <a:xfrm>
          <a:off x="0" y="0"/>
          <a:ext cx="0" cy="0"/>
          <a:chOff x="0" y="0"/>
          <a:chExt cx="0" cy="0"/>
        </a:xfrm>
      </p:grpSpPr>
      <p:sp>
        <p:nvSpPr>
          <p:cNvPr id="381" name="Google Shape;381;p5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82" name="Shape 382"/>
        <p:cNvGrpSpPr/>
        <p:nvPr/>
      </p:nvGrpSpPr>
      <p:grpSpPr>
        <a:xfrm>
          <a:off x="0" y="0"/>
          <a:ext cx="0" cy="0"/>
          <a:chOff x="0" y="0"/>
          <a:chExt cx="0" cy="0"/>
        </a:xfrm>
      </p:grpSpPr>
      <p:sp>
        <p:nvSpPr>
          <p:cNvPr id="383" name="Google Shape;383;p55"/>
          <p:cNvSpPr/>
          <p:nvPr>
            <p:ph idx="2" type="pic"/>
          </p:nvPr>
        </p:nvSpPr>
        <p:spPr>
          <a:xfrm>
            <a:off x="3389600" y="118913"/>
            <a:ext cx="1643700" cy="1535100"/>
          </a:xfrm>
          <a:prstGeom prst="rect">
            <a:avLst/>
          </a:prstGeom>
          <a:noFill/>
          <a:ln>
            <a:noFill/>
          </a:ln>
        </p:spPr>
      </p:sp>
      <p:sp>
        <p:nvSpPr>
          <p:cNvPr id="384" name="Google Shape;384;p55"/>
          <p:cNvSpPr/>
          <p:nvPr>
            <p:ph idx="3" type="pic"/>
          </p:nvPr>
        </p:nvSpPr>
        <p:spPr>
          <a:xfrm>
            <a:off x="5195935" y="118913"/>
            <a:ext cx="1643700" cy="1535100"/>
          </a:xfrm>
          <a:prstGeom prst="rect">
            <a:avLst/>
          </a:prstGeom>
          <a:noFill/>
          <a:ln>
            <a:noFill/>
          </a:ln>
        </p:spPr>
      </p:sp>
      <p:sp>
        <p:nvSpPr>
          <p:cNvPr id="385" name="Google Shape;385;p55"/>
          <p:cNvSpPr/>
          <p:nvPr>
            <p:ph idx="4" type="pic"/>
          </p:nvPr>
        </p:nvSpPr>
        <p:spPr>
          <a:xfrm>
            <a:off x="7002270" y="118913"/>
            <a:ext cx="1643700" cy="1535100"/>
          </a:xfrm>
          <a:prstGeom prst="rect">
            <a:avLst/>
          </a:prstGeom>
          <a:noFill/>
          <a:ln>
            <a:noFill/>
          </a:ln>
        </p:spPr>
      </p:sp>
      <p:sp>
        <p:nvSpPr>
          <p:cNvPr id="386" name="Google Shape;386;p55"/>
          <p:cNvSpPr/>
          <p:nvPr>
            <p:ph idx="5" type="pic"/>
          </p:nvPr>
        </p:nvSpPr>
        <p:spPr>
          <a:xfrm>
            <a:off x="3389588" y="1804212"/>
            <a:ext cx="1643700" cy="1535100"/>
          </a:xfrm>
          <a:prstGeom prst="rect">
            <a:avLst/>
          </a:prstGeom>
          <a:noFill/>
          <a:ln>
            <a:noFill/>
          </a:ln>
        </p:spPr>
      </p:sp>
      <p:sp>
        <p:nvSpPr>
          <p:cNvPr id="387" name="Google Shape;387;p55"/>
          <p:cNvSpPr/>
          <p:nvPr>
            <p:ph idx="6" type="pic"/>
          </p:nvPr>
        </p:nvSpPr>
        <p:spPr>
          <a:xfrm>
            <a:off x="5195922" y="1804212"/>
            <a:ext cx="1643700" cy="1535100"/>
          </a:xfrm>
          <a:prstGeom prst="rect">
            <a:avLst/>
          </a:prstGeom>
          <a:noFill/>
          <a:ln>
            <a:noFill/>
          </a:ln>
        </p:spPr>
      </p:sp>
      <p:sp>
        <p:nvSpPr>
          <p:cNvPr id="388" name="Google Shape;388;p55"/>
          <p:cNvSpPr/>
          <p:nvPr>
            <p:ph idx="7" type="pic"/>
          </p:nvPr>
        </p:nvSpPr>
        <p:spPr>
          <a:xfrm>
            <a:off x="7002257" y="1804212"/>
            <a:ext cx="1643700" cy="1535100"/>
          </a:xfrm>
          <a:prstGeom prst="rect">
            <a:avLst/>
          </a:prstGeom>
          <a:noFill/>
          <a:ln>
            <a:noFill/>
          </a:ln>
        </p:spPr>
      </p:sp>
      <p:sp>
        <p:nvSpPr>
          <p:cNvPr id="389" name="Google Shape;389;p55"/>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0" name="Google Shape;390;p55"/>
          <p:cNvSpPr/>
          <p:nvPr>
            <p:ph idx="8" type="pic"/>
          </p:nvPr>
        </p:nvSpPr>
        <p:spPr>
          <a:xfrm>
            <a:off x="3389588" y="3489487"/>
            <a:ext cx="1643700" cy="1535100"/>
          </a:xfrm>
          <a:prstGeom prst="rect">
            <a:avLst/>
          </a:prstGeom>
          <a:noFill/>
          <a:ln>
            <a:noFill/>
          </a:ln>
        </p:spPr>
      </p:sp>
      <p:sp>
        <p:nvSpPr>
          <p:cNvPr id="391" name="Google Shape;391;p55"/>
          <p:cNvSpPr/>
          <p:nvPr>
            <p:ph idx="9" type="pic"/>
          </p:nvPr>
        </p:nvSpPr>
        <p:spPr>
          <a:xfrm>
            <a:off x="5195922" y="3489487"/>
            <a:ext cx="1643700" cy="1535100"/>
          </a:xfrm>
          <a:prstGeom prst="rect">
            <a:avLst/>
          </a:prstGeom>
          <a:noFill/>
          <a:ln>
            <a:noFill/>
          </a:ln>
        </p:spPr>
      </p:sp>
      <p:sp>
        <p:nvSpPr>
          <p:cNvPr id="392" name="Google Shape;392;p5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43" Type="http://schemas.openxmlformats.org/officeDocument/2006/relationships/theme" Target="../theme/theme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latin typeface="Arimo"/>
                <a:ea typeface="Arimo"/>
                <a:cs typeface="Arimo"/>
                <a:sym typeface="Arimo"/>
              </a:defRPr>
            </a:lvl1pPr>
            <a:lvl2pPr lvl="1">
              <a:lnSpc>
                <a:spcPct val="115000"/>
              </a:lnSpc>
              <a:spcBef>
                <a:spcPts val="0"/>
              </a:spcBef>
              <a:spcAft>
                <a:spcPts val="0"/>
              </a:spcAft>
              <a:buNone/>
              <a:defRPr sz="3600">
                <a:solidFill>
                  <a:schemeClr val="dk1"/>
                </a:solidFill>
                <a:latin typeface="Arimo"/>
                <a:ea typeface="Arimo"/>
                <a:cs typeface="Arimo"/>
                <a:sym typeface="Arimo"/>
              </a:defRPr>
            </a:lvl2pPr>
            <a:lvl3pPr lvl="2">
              <a:lnSpc>
                <a:spcPct val="115000"/>
              </a:lnSpc>
              <a:spcBef>
                <a:spcPts val="0"/>
              </a:spcBef>
              <a:spcAft>
                <a:spcPts val="0"/>
              </a:spcAft>
              <a:buNone/>
              <a:defRPr sz="3600">
                <a:solidFill>
                  <a:schemeClr val="dk1"/>
                </a:solidFill>
                <a:latin typeface="Arimo"/>
                <a:ea typeface="Arimo"/>
                <a:cs typeface="Arimo"/>
                <a:sym typeface="Arimo"/>
              </a:defRPr>
            </a:lvl3pPr>
            <a:lvl4pPr lvl="3">
              <a:lnSpc>
                <a:spcPct val="115000"/>
              </a:lnSpc>
              <a:spcBef>
                <a:spcPts val="0"/>
              </a:spcBef>
              <a:spcAft>
                <a:spcPts val="0"/>
              </a:spcAft>
              <a:buNone/>
              <a:defRPr sz="3600">
                <a:solidFill>
                  <a:schemeClr val="dk1"/>
                </a:solidFill>
                <a:latin typeface="Arimo"/>
                <a:ea typeface="Arimo"/>
                <a:cs typeface="Arimo"/>
                <a:sym typeface="Arimo"/>
              </a:defRPr>
            </a:lvl4pPr>
            <a:lvl5pPr lvl="4">
              <a:lnSpc>
                <a:spcPct val="115000"/>
              </a:lnSpc>
              <a:spcBef>
                <a:spcPts val="0"/>
              </a:spcBef>
              <a:spcAft>
                <a:spcPts val="0"/>
              </a:spcAft>
              <a:buNone/>
              <a:defRPr sz="3600">
                <a:solidFill>
                  <a:schemeClr val="dk1"/>
                </a:solidFill>
                <a:latin typeface="Arimo"/>
                <a:ea typeface="Arimo"/>
                <a:cs typeface="Arimo"/>
                <a:sym typeface="Arimo"/>
              </a:defRPr>
            </a:lvl5pPr>
            <a:lvl6pPr lvl="5">
              <a:lnSpc>
                <a:spcPct val="115000"/>
              </a:lnSpc>
              <a:spcBef>
                <a:spcPts val="0"/>
              </a:spcBef>
              <a:spcAft>
                <a:spcPts val="0"/>
              </a:spcAft>
              <a:buNone/>
              <a:defRPr sz="3600">
                <a:solidFill>
                  <a:schemeClr val="dk1"/>
                </a:solidFill>
                <a:latin typeface="Arimo"/>
                <a:ea typeface="Arimo"/>
                <a:cs typeface="Arimo"/>
                <a:sym typeface="Arimo"/>
              </a:defRPr>
            </a:lvl6pPr>
            <a:lvl7pPr lvl="6">
              <a:lnSpc>
                <a:spcPct val="115000"/>
              </a:lnSpc>
              <a:spcBef>
                <a:spcPts val="0"/>
              </a:spcBef>
              <a:spcAft>
                <a:spcPts val="0"/>
              </a:spcAft>
              <a:buNone/>
              <a:defRPr sz="3600">
                <a:solidFill>
                  <a:schemeClr val="dk1"/>
                </a:solidFill>
                <a:latin typeface="Arimo"/>
                <a:ea typeface="Arimo"/>
                <a:cs typeface="Arimo"/>
                <a:sym typeface="Arimo"/>
              </a:defRPr>
            </a:lvl7pPr>
            <a:lvl8pPr lvl="7">
              <a:lnSpc>
                <a:spcPct val="115000"/>
              </a:lnSpc>
              <a:spcBef>
                <a:spcPts val="0"/>
              </a:spcBef>
              <a:spcAft>
                <a:spcPts val="0"/>
              </a:spcAft>
              <a:buNone/>
              <a:defRPr sz="3600">
                <a:solidFill>
                  <a:schemeClr val="dk1"/>
                </a:solidFill>
                <a:latin typeface="Arimo"/>
                <a:ea typeface="Arimo"/>
                <a:cs typeface="Arimo"/>
                <a:sym typeface="Arimo"/>
              </a:defRPr>
            </a:lvl8pPr>
            <a:lvl9pPr lvl="8">
              <a:lnSpc>
                <a:spcPct val="115000"/>
              </a:lnSpc>
              <a:spcBef>
                <a:spcPts val="0"/>
              </a:spcBef>
              <a:spcAft>
                <a:spcPts val="0"/>
              </a:spcAft>
              <a:buNone/>
              <a:defRPr sz="3600">
                <a:solidFill>
                  <a:schemeClr val="dk1"/>
                </a:solidFill>
                <a:latin typeface="Arimo"/>
                <a:ea typeface="Arimo"/>
                <a:cs typeface="Arimo"/>
                <a:sym typeface="Arimo"/>
              </a:defRPr>
            </a:lvl9pPr>
          </a:lstStyle>
          <a:p/>
        </p:txBody>
      </p:sp>
      <p:sp>
        <p:nvSpPr>
          <p:cNvPr id="52" name="Google Shape;52;p13"/>
          <p:cNvSpPr txBox="1"/>
          <p:nvPr>
            <p:ph idx="1" type="body"/>
          </p:nvPr>
        </p:nvSpPr>
        <p:spPr>
          <a:xfrm>
            <a:off x="284850" y="2001325"/>
            <a:ext cx="4088100" cy="24402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1pPr>
            <a:lvl2pPr indent="-304800" lvl="1" marL="914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2pPr>
            <a:lvl3pPr indent="-304800" lvl="2" marL="1371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3pPr>
            <a:lvl4pPr indent="-304800" lvl="3" marL="1828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4pPr>
            <a:lvl5pPr indent="-304800" lvl="4" marL="22860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5pPr>
            <a:lvl6pPr indent="-304800" lvl="5" marL="27432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6pPr>
            <a:lvl7pPr indent="-304800" lvl="6" marL="32004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7pPr>
            <a:lvl8pPr indent="-304800" lvl="7" marL="36576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8pPr>
            <a:lvl9pPr indent="-304800" lvl="8" marL="4114800">
              <a:spcBef>
                <a:spcPts val="0"/>
              </a:spcBef>
              <a:spcAft>
                <a:spcPts val="0"/>
              </a:spcAft>
              <a:buClr>
                <a:schemeClr val="dk1"/>
              </a:buClr>
              <a:buSzPts val="1200"/>
              <a:buFont typeface="Arimo"/>
              <a:buChar char="■"/>
              <a:defRPr sz="1200">
                <a:solidFill>
                  <a:schemeClr val="dk1"/>
                </a:solidFill>
                <a:latin typeface="Arimo"/>
                <a:ea typeface="Arimo"/>
                <a:cs typeface="Arimo"/>
                <a:sym typeface="Arim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75">
          <p15:clr>
            <a:srgbClr val="E46962"/>
          </p15:clr>
        </p15:guide>
        <p15:guide id="2" orient="horz" pos="3061">
          <p15:clr>
            <a:srgbClr val="E46962"/>
          </p15:clr>
        </p15:guide>
        <p15:guide id="3" orient="horz" pos="175">
          <p15:clr>
            <a:srgbClr val="E46962"/>
          </p15:clr>
        </p15:guide>
        <p15:guide id="4" pos="5585">
          <p15:clr>
            <a:srgbClr val="E46962"/>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9.png"/><Relationship Id="rId9"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70.jpg"/><Relationship Id="rId7" Type="http://schemas.openxmlformats.org/officeDocument/2006/relationships/image" Target="../media/image71.jpg"/><Relationship Id="rId8" Type="http://schemas.openxmlformats.org/officeDocument/2006/relationships/image" Target="../media/image6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jpg"/><Relationship Id="rId5"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6.png"/><Relationship Id="rId5" Type="http://schemas.openxmlformats.org/officeDocument/2006/relationships/image" Target="../media/image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7.gif"/><Relationship Id="rId6" Type="http://schemas.openxmlformats.org/officeDocument/2006/relationships/image" Target="../media/image11.png"/><Relationship Id="rId7" Type="http://schemas.openxmlformats.org/officeDocument/2006/relationships/image" Target="../media/image43.png"/><Relationship Id="rId8"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77.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21.jpg"/><Relationship Id="rId4" Type="http://schemas.openxmlformats.org/officeDocument/2006/relationships/image" Target="../media/image79.png"/><Relationship Id="rId9" Type="http://schemas.openxmlformats.org/officeDocument/2006/relationships/image" Target="../media/image33.png"/><Relationship Id="rId5" Type="http://schemas.openxmlformats.org/officeDocument/2006/relationships/image" Target="../media/image20.jpg"/><Relationship Id="rId6" Type="http://schemas.openxmlformats.org/officeDocument/2006/relationships/image" Target="../media/image28.jpg"/><Relationship Id="rId7" Type="http://schemas.openxmlformats.org/officeDocument/2006/relationships/image" Target="../media/image30.jpg"/><Relationship Id="rId8" Type="http://schemas.openxmlformats.org/officeDocument/2006/relationships/image" Target="../media/image29.jpg"/><Relationship Id="rId11" Type="http://schemas.openxmlformats.org/officeDocument/2006/relationships/image" Target="../media/image74.png"/><Relationship Id="rId10" Type="http://schemas.openxmlformats.org/officeDocument/2006/relationships/image" Target="../media/image75.png"/><Relationship Id="rId12" Type="http://schemas.openxmlformats.org/officeDocument/2006/relationships/image" Target="../media/image7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32.jpg"/><Relationship Id="rId4" Type="http://schemas.openxmlformats.org/officeDocument/2006/relationships/image" Target="../media/image20.jpg"/><Relationship Id="rId5" Type="http://schemas.openxmlformats.org/officeDocument/2006/relationships/image" Target="../media/image3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0.xml"/><Relationship Id="rId3" Type="http://schemas.openxmlformats.org/officeDocument/2006/relationships/image" Target="../media/image7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 Id="rId3" Type="http://schemas.openxmlformats.org/officeDocument/2006/relationships/image" Target="../media/image3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37.jp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5.xml"/><Relationship Id="rId3" Type="http://schemas.openxmlformats.org/officeDocument/2006/relationships/image" Target="../media/image69.jpg"/><Relationship Id="rId4" Type="http://schemas.openxmlformats.org/officeDocument/2006/relationships/image" Target="../media/image7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47.jpg"/><Relationship Id="rId9" Type="http://schemas.openxmlformats.org/officeDocument/2006/relationships/image" Target="../media/image51.jpg"/><Relationship Id="rId5" Type="http://schemas.openxmlformats.org/officeDocument/2006/relationships/image" Target="../media/image46.jpg"/><Relationship Id="rId6" Type="http://schemas.openxmlformats.org/officeDocument/2006/relationships/image" Target="../media/image60.png"/><Relationship Id="rId7" Type="http://schemas.openxmlformats.org/officeDocument/2006/relationships/image" Target="../media/image50.jpg"/><Relationship Id="rId8" Type="http://schemas.openxmlformats.org/officeDocument/2006/relationships/image" Target="../media/image5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40.png"/><Relationship Id="rId4" Type="http://schemas.openxmlformats.org/officeDocument/2006/relationships/image" Target="../media/image53.jpg"/><Relationship Id="rId5" Type="http://schemas.openxmlformats.org/officeDocument/2006/relationships/image" Target="../media/image68.png"/><Relationship Id="rId6" Type="http://schemas.openxmlformats.org/officeDocument/2006/relationships/image" Target="../media/image49.png"/><Relationship Id="rId7" Type="http://schemas.openxmlformats.org/officeDocument/2006/relationships/image" Target="../media/image4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80.png"/><Relationship Id="rId5" Type="http://schemas.openxmlformats.org/officeDocument/2006/relationships/image" Target="../media/image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image" Target="../media/image30.jpg"/><Relationship Id="rId4" Type="http://schemas.openxmlformats.org/officeDocument/2006/relationships/image" Target="../media/image37.jpg"/><Relationship Id="rId5" Type="http://schemas.openxmlformats.org/officeDocument/2006/relationships/image" Target="../media/image39.jpg"/><Relationship Id="rId6" Type="http://schemas.openxmlformats.org/officeDocument/2006/relationships/image" Target="../media/image2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37.jpg"/><Relationship Id="rId4" Type="http://schemas.openxmlformats.org/officeDocument/2006/relationships/image" Target="../media/image2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2.xml"/><Relationship Id="rId3" Type="http://schemas.openxmlformats.org/officeDocument/2006/relationships/image" Target="../media/image2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 Id="rId3" Type="http://schemas.openxmlformats.org/officeDocument/2006/relationships/image" Target="../media/image6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 Id="rId3"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ph idx="1" type="subTitle"/>
          </p:nvPr>
        </p:nvSpPr>
        <p:spPr>
          <a:xfrm>
            <a:off x="821004" y="4044275"/>
            <a:ext cx="5859300" cy="45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sz="1200"/>
              <a:t>Rutgers IEEE Silicon Knights Introduction!</a:t>
            </a:r>
            <a:endParaRPr sz="1200"/>
          </a:p>
        </p:txBody>
      </p:sp>
      <p:sp>
        <p:nvSpPr>
          <p:cNvPr id="398" name="Google Shape;398;p56"/>
          <p:cNvSpPr txBox="1"/>
          <p:nvPr>
            <p:ph idx="4" type="subTitle"/>
          </p:nvPr>
        </p:nvSpPr>
        <p:spPr>
          <a:xfrm>
            <a:off x="7677976" y="582750"/>
            <a:ext cx="1743300" cy="123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9/28/2026</a:t>
            </a:r>
            <a:endParaRPr/>
          </a:p>
        </p:txBody>
      </p:sp>
      <p:sp>
        <p:nvSpPr>
          <p:cNvPr id="399" name="Google Shape;399;p56"/>
          <p:cNvSpPr txBox="1"/>
          <p:nvPr>
            <p:ph type="title"/>
          </p:nvPr>
        </p:nvSpPr>
        <p:spPr>
          <a:xfrm>
            <a:off x="795525" y="2323100"/>
            <a:ext cx="5859300" cy="14532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Font typeface="Arial"/>
              <a:buNone/>
            </a:pPr>
            <a:r>
              <a:rPr lang="en"/>
              <a:t>The Bigger Picture for Chip Design</a:t>
            </a:r>
            <a:endParaRPr/>
          </a:p>
        </p:txBody>
      </p:sp>
      <p:pic>
        <p:nvPicPr>
          <p:cNvPr id="400" name="Google Shape;400;p56" title="rieee-C_zAKayb.png"/>
          <p:cNvPicPr preferRelativeResize="0"/>
          <p:nvPr/>
        </p:nvPicPr>
        <p:blipFill>
          <a:blip r:embed="rId3">
            <a:alphaModFix/>
          </a:blip>
          <a:stretch>
            <a:fillRect/>
          </a:stretch>
        </p:blipFill>
        <p:spPr>
          <a:xfrm>
            <a:off x="58716" y="46972"/>
            <a:ext cx="896102" cy="2305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7"/>
          <p:cNvSpPr txBox="1"/>
          <p:nvPr>
            <p:ph type="title"/>
          </p:nvPr>
        </p:nvSpPr>
        <p:spPr>
          <a:xfrm>
            <a:off x="418325" y="277500"/>
            <a:ext cx="3541500" cy="2803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Attendance </a:t>
            </a:r>
            <a:endParaRPr/>
          </a:p>
        </p:txBody>
      </p:sp>
      <p:sp>
        <p:nvSpPr>
          <p:cNvPr id="406" name="Google Shape;406;p5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cxnSp>
        <p:nvCxnSpPr>
          <p:cNvPr id="411" name="Google Shape;411;p58"/>
          <p:cNvCxnSpPr/>
          <p:nvPr/>
        </p:nvCxnSpPr>
        <p:spPr>
          <a:xfrm>
            <a:off x="456800" y="3264475"/>
            <a:ext cx="0" cy="389100"/>
          </a:xfrm>
          <a:prstGeom prst="straightConnector1">
            <a:avLst/>
          </a:prstGeom>
          <a:noFill/>
          <a:ln cap="flat" cmpd="sng" w="9525">
            <a:solidFill>
              <a:schemeClr val="dk1"/>
            </a:solidFill>
            <a:prstDash val="solid"/>
            <a:round/>
            <a:headEnd len="med" w="med" type="none"/>
            <a:tailEnd len="med" w="med" type="oval"/>
          </a:ln>
        </p:spPr>
      </p:cxnSp>
      <p:cxnSp>
        <p:nvCxnSpPr>
          <p:cNvPr id="412" name="Google Shape;412;p58"/>
          <p:cNvCxnSpPr/>
          <p:nvPr/>
        </p:nvCxnSpPr>
        <p:spPr>
          <a:xfrm>
            <a:off x="1907600" y="3264475"/>
            <a:ext cx="0" cy="389100"/>
          </a:xfrm>
          <a:prstGeom prst="straightConnector1">
            <a:avLst/>
          </a:prstGeom>
          <a:noFill/>
          <a:ln cap="flat" cmpd="sng" w="9525">
            <a:solidFill>
              <a:schemeClr val="dk1"/>
            </a:solidFill>
            <a:prstDash val="solid"/>
            <a:round/>
            <a:headEnd len="med" w="med" type="none"/>
            <a:tailEnd len="med" w="med" type="oval"/>
          </a:ln>
        </p:spPr>
      </p:cxnSp>
      <p:cxnSp>
        <p:nvCxnSpPr>
          <p:cNvPr id="413" name="Google Shape;413;p58"/>
          <p:cNvCxnSpPr/>
          <p:nvPr/>
        </p:nvCxnSpPr>
        <p:spPr>
          <a:xfrm>
            <a:off x="3358400" y="3264475"/>
            <a:ext cx="0" cy="389100"/>
          </a:xfrm>
          <a:prstGeom prst="straightConnector1">
            <a:avLst/>
          </a:prstGeom>
          <a:noFill/>
          <a:ln cap="flat" cmpd="sng" w="9525">
            <a:solidFill>
              <a:schemeClr val="dk1"/>
            </a:solidFill>
            <a:prstDash val="solid"/>
            <a:round/>
            <a:headEnd len="med" w="med" type="none"/>
            <a:tailEnd len="med" w="med" type="oval"/>
          </a:ln>
        </p:spPr>
      </p:cxnSp>
      <p:cxnSp>
        <p:nvCxnSpPr>
          <p:cNvPr id="414" name="Google Shape;414;p58"/>
          <p:cNvCxnSpPr/>
          <p:nvPr/>
        </p:nvCxnSpPr>
        <p:spPr>
          <a:xfrm>
            <a:off x="4809200" y="3264475"/>
            <a:ext cx="0" cy="389100"/>
          </a:xfrm>
          <a:prstGeom prst="straightConnector1">
            <a:avLst/>
          </a:prstGeom>
          <a:noFill/>
          <a:ln cap="flat" cmpd="sng" w="9525">
            <a:solidFill>
              <a:schemeClr val="dk1"/>
            </a:solidFill>
            <a:prstDash val="solid"/>
            <a:round/>
            <a:headEnd len="med" w="med" type="none"/>
            <a:tailEnd len="med" w="med" type="oval"/>
          </a:ln>
        </p:spPr>
      </p:cxnSp>
      <p:cxnSp>
        <p:nvCxnSpPr>
          <p:cNvPr id="415" name="Google Shape;415;p58"/>
          <p:cNvCxnSpPr/>
          <p:nvPr/>
        </p:nvCxnSpPr>
        <p:spPr>
          <a:xfrm>
            <a:off x="6260000" y="3264475"/>
            <a:ext cx="0" cy="389100"/>
          </a:xfrm>
          <a:prstGeom prst="straightConnector1">
            <a:avLst/>
          </a:prstGeom>
          <a:noFill/>
          <a:ln cap="flat" cmpd="sng" w="9525">
            <a:solidFill>
              <a:schemeClr val="dk1"/>
            </a:solidFill>
            <a:prstDash val="solid"/>
            <a:round/>
            <a:headEnd len="med" w="med" type="none"/>
            <a:tailEnd len="med" w="med" type="oval"/>
          </a:ln>
        </p:spPr>
      </p:cxnSp>
      <p:cxnSp>
        <p:nvCxnSpPr>
          <p:cNvPr id="416" name="Google Shape;416;p58"/>
          <p:cNvCxnSpPr/>
          <p:nvPr/>
        </p:nvCxnSpPr>
        <p:spPr>
          <a:xfrm>
            <a:off x="7710800" y="3264475"/>
            <a:ext cx="0" cy="389100"/>
          </a:xfrm>
          <a:prstGeom prst="straightConnector1">
            <a:avLst/>
          </a:prstGeom>
          <a:noFill/>
          <a:ln cap="flat" cmpd="sng" w="9525">
            <a:solidFill>
              <a:schemeClr val="dk1"/>
            </a:solidFill>
            <a:prstDash val="solid"/>
            <a:round/>
            <a:headEnd len="med" w="med" type="none"/>
            <a:tailEnd len="med" w="med" type="oval"/>
          </a:ln>
        </p:spPr>
      </p:cxnSp>
      <p:sp>
        <p:nvSpPr>
          <p:cNvPr id="417" name="Google Shape;417;p5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18" name="Google Shape;418;p58"/>
          <p:cNvSpPr txBox="1"/>
          <p:nvPr>
            <p:ph type="title"/>
          </p:nvPr>
        </p:nvSpPr>
        <p:spPr>
          <a:xfrm>
            <a:off x="277500" y="577275"/>
            <a:ext cx="7137000" cy="99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Meet the Leads!</a:t>
            </a:r>
            <a:endParaRPr/>
          </a:p>
        </p:txBody>
      </p:sp>
      <p:sp>
        <p:nvSpPr>
          <p:cNvPr id="419" name="Google Shape;419;p58"/>
          <p:cNvSpPr txBox="1"/>
          <p:nvPr>
            <p:ph idx="16" type="subTitle"/>
          </p:nvPr>
        </p:nvSpPr>
        <p:spPr>
          <a:xfrm>
            <a:off x="370650" y="3810800"/>
            <a:ext cx="14511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a:t>Amrik Krishnakumar</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20" name="Google Shape;420;p58"/>
          <p:cNvSpPr txBox="1"/>
          <p:nvPr>
            <p:ph idx="17" type="subTitle"/>
          </p:nvPr>
        </p:nvSpPr>
        <p:spPr>
          <a:xfrm>
            <a:off x="1821493" y="3810800"/>
            <a:ext cx="12480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a:t>Parth Patel</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21" name="Google Shape;421;p58"/>
          <p:cNvSpPr txBox="1"/>
          <p:nvPr>
            <p:ph idx="18" type="subTitle"/>
          </p:nvPr>
        </p:nvSpPr>
        <p:spPr>
          <a:xfrm>
            <a:off x="3272343" y="3810800"/>
            <a:ext cx="12480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a:t>Taha Touil</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22" name="Google Shape;422;p58"/>
          <p:cNvSpPr txBox="1"/>
          <p:nvPr>
            <p:ph idx="19" type="subTitle"/>
          </p:nvPr>
        </p:nvSpPr>
        <p:spPr>
          <a:xfrm>
            <a:off x="4723193" y="3810800"/>
            <a:ext cx="12480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a:t>Aly Mustafa</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23" name="Google Shape;423;p58"/>
          <p:cNvSpPr txBox="1"/>
          <p:nvPr>
            <p:ph idx="20" type="subTitle"/>
          </p:nvPr>
        </p:nvSpPr>
        <p:spPr>
          <a:xfrm>
            <a:off x="6174375" y="3810800"/>
            <a:ext cx="12480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a:t>Josh Green</a:t>
            </a:r>
            <a:endParaRPr sz="800"/>
          </a:p>
          <a:p>
            <a:pPr indent="0" lvl="0" marL="0" rtl="0" algn="l">
              <a:lnSpc>
                <a:spcPct val="115000"/>
              </a:lnSpc>
              <a:spcBef>
                <a:spcPts val="0"/>
              </a:spcBef>
              <a:spcAft>
                <a:spcPts val="0"/>
              </a:spcAft>
              <a:buClr>
                <a:schemeClr val="lt1"/>
              </a:buClr>
              <a:buSzPts val="1100"/>
              <a:buNone/>
            </a:pPr>
            <a:r>
              <a:t/>
            </a:r>
            <a:endParaRPr sz="800"/>
          </a:p>
        </p:txBody>
      </p:sp>
      <p:sp>
        <p:nvSpPr>
          <p:cNvPr id="424" name="Google Shape;424;p58"/>
          <p:cNvSpPr txBox="1"/>
          <p:nvPr>
            <p:ph idx="21" type="subTitle"/>
          </p:nvPr>
        </p:nvSpPr>
        <p:spPr>
          <a:xfrm>
            <a:off x="7625550" y="3810800"/>
            <a:ext cx="1248000" cy="538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lt1"/>
              </a:buClr>
              <a:buSzPts val="1100"/>
              <a:buNone/>
            </a:pPr>
            <a:r>
              <a:rPr lang="en"/>
              <a:t>Royce Arokia-Raj</a:t>
            </a:r>
            <a:endParaRPr sz="800"/>
          </a:p>
          <a:p>
            <a:pPr indent="0" lvl="0" marL="0" rtl="0" algn="l">
              <a:lnSpc>
                <a:spcPct val="115000"/>
              </a:lnSpc>
              <a:spcBef>
                <a:spcPts val="0"/>
              </a:spcBef>
              <a:spcAft>
                <a:spcPts val="0"/>
              </a:spcAft>
              <a:buClr>
                <a:schemeClr val="lt1"/>
              </a:buClr>
              <a:buSzPts val="1100"/>
              <a:buNone/>
            </a:pPr>
            <a:r>
              <a:t/>
            </a:r>
            <a:endParaRPr sz="800"/>
          </a:p>
        </p:txBody>
      </p:sp>
      <p:pic>
        <p:nvPicPr>
          <p:cNvPr id="425" name="Google Shape;425;p58" title="rieee-C_zAKayb.png"/>
          <p:cNvPicPr preferRelativeResize="0"/>
          <p:nvPr/>
        </p:nvPicPr>
        <p:blipFill>
          <a:blip r:embed="rId3">
            <a:alphaModFix/>
          </a:blip>
          <a:stretch>
            <a:fillRect/>
          </a:stretch>
        </p:blipFill>
        <p:spPr>
          <a:xfrm>
            <a:off x="5510500" y="445325"/>
            <a:ext cx="2841252" cy="731126"/>
          </a:xfrm>
          <a:prstGeom prst="rect">
            <a:avLst/>
          </a:prstGeom>
          <a:noFill/>
          <a:ln>
            <a:noFill/>
          </a:ln>
        </p:spPr>
      </p:pic>
      <p:pic>
        <p:nvPicPr>
          <p:cNvPr id="426" name="Google Shape;426;p58"/>
          <p:cNvPicPr preferRelativeResize="0"/>
          <p:nvPr/>
        </p:nvPicPr>
        <p:blipFill>
          <a:blip r:embed="rId4">
            <a:alphaModFix/>
          </a:blip>
          <a:stretch>
            <a:fillRect/>
          </a:stretch>
        </p:blipFill>
        <p:spPr>
          <a:xfrm>
            <a:off x="3146700" y="1963600"/>
            <a:ext cx="1398438" cy="1337100"/>
          </a:xfrm>
          <a:prstGeom prst="rect">
            <a:avLst/>
          </a:prstGeom>
          <a:noFill/>
          <a:ln>
            <a:noFill/>
          </a:ln>
        </p:spPr>
      </p:pic>
      <p:pic>
        <p:nvPicPr>
          <p:cNvPr id="427" name="Google Shape;427;p58" title="43C9E40E-048F-4601-A626-0F18E76EEACE.PNG"/>
          <p:cNvPicPr preferRelativeResize="0"/>
          <p:nvPr/>
        </p:nvPicPr>
        <p:blipFill rotWithShape="1">
          <a:blip r:embed="rId5">
            <a:alphaModFix/>
          </a:blip>
          <a:srcRect b="8" l="0" r="0" t="23487"/>
          <a:stretch/>
        </p:blipFill>
        <p:spPr>
          <a:xfrm>
            <a:off x="1717550" y="1963600"/>
            <a:ext cx="1165105" cy="1337100"/>
          </a:xfrm>
          <a:prstGeom prst="rect">
            <a:avLst/>
          </a:prstGeom>
          <a:noFill/>
          <a:ln>
            <a:noFill/>
          </a:ln>
        </p:spPr>
      </p:pic>
      <p:pic>
        <p:nvPicPr>
          <p:cNvPr id="428" name="Google Shape;428;p58"/>
          <p:cNvPicPr preferRelativeResize="0"/>
          <p:nvPr/>
        </p:nvPicPr>
        <p:blipFill rotWithShape="1">
          <a:blip r:embed="rId6">
            <a:alphaModFix/>
          </a:blip>
          <a:srcRect b="0" l="0" r="42106" t="11410"/>
          <a:stretch/>
        </p:blipFill>
        <p:spPr>
          <a:xfrm>
            <a:off x="6048300" y="1963601"/>
            <a:ext cx="1165102" cy="1337100"/>
          </a:xfrm>
          <a:prstGeom prst="rect">
            <a:avLst/>
          </a:prstGeom>
          <a:noFill/>
          <a:ln>
            <a:noFill/>
          </a:ln>
        </p:spPr>
      </p:pic>
      <p:pic>
        <p:nvPicPr>
          <p:cNvPr id="429" name="Google Shape;429;p58" title="Aly_Mustafa.JPG"/>
          <p:cNvPicPr preferRelativeResize="0"/>
          <p:nvPr/>
        </p:nvPicPr>
        <p:blipFill rotWithShape="1">
          <a:blip r:embed="rId7">
            <a:alphaModFix/>
          </a:blip>
          <a:srcRect b="0" l="8451" r="8451" t="0"/>
          <a:stretch/>
        </p:blipFill>
        <p:spPr>
          <a:xfrm>
            <a:off x="4719942" y="1963600"/>
            <a:ext cx="1111076" cy="1337098"/>
          </a:xfrm>
          <a:prstGeom prst="rect">
            <a:avLst/>
          </a:prstGeom>
          <a:noFill/>
          <a:ln>
            <a:noFill/>
          </a:ln>
        </p:spPr>
      </p:pic>
      <p:pic>
        <p:nvPicPr>
          <p:cNvPr id="430" name="Google Shape;430;p58" title="amrik-goku.jpg"/>
          <p:cNvPicPr preferRelativeResize="0"/>
          <p:nvPr/>
        </p:nvPicPr>
        <p:blipFill rotWithShape="1">
          <a:blip r:embed="rId8">
            <a:alphaModFix/>
          </a:blip>
          <a:srcRect b="12780" l="0" r="13240" t="18250"/>
          <a:stretch/>
        </p:blipFill>
        <p:spPr>
          <a:xfrm>
            <a:off x="240240" y="1979745"/>
            <a:ext cx="1213260" cy="1286077"/>
          </a:xfrm>
          <a:prstGeom prst="rect">
            <a:avLst/>
          </a:prstGeom>
          <a:noFill/>
          <a:ln>
            <a:noFill/>
          </a:ln>
        </p:spPr>
      </p:pic>
      <p:pic>
        <p:nvPicPr>
          <p:cNvPr id="431" name="Google Shape;431;p58"/>
          <p:cNvPicPr preferRelativeResize="0"/>
          <p:nvPr/>
        </p:nvPicPr>
        <p:blipFill rotWithShape="1">
          <a:blip r:embed="rId9">
            <a:alphaModFix/>
          </a:blip>
          <a:srcRect b="25601" l="0" r="0" t="0"/>
          <a:stretch/>
        </p:blipFill>
        <p:spPr>
          <a:xfrm>
            <a:off x="7430675" y="1928189"/>
            <a:ext cx="1111075" cy="140793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9"/>
          <p:cNvSpPr txBox="1"/>
          <p:nvPr>
            <p:ph idx="1" type="subTitle"/>
          </p:nvPr>
        </p:nvSpPr>
        <p:spPr>
          <a:xfrm>
            <a:off x="4375400" y="1840691"/>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1. Club Introduction</a:t>
            </a:r>
            <a:endParaRPr/>
          </a:p>
        </p:txBody>
      </p:sp>
      <p:sp>
        <p:nvSpPr>
          <p:cNvPr id="437" name="Google Shape;437;p59"/>
          <p:cNvSpPr txBox="1"/>
          <p:nvPr>
            <p:ph idx="2" type="subTitle"/>
          </p:nvPr>
        </p:nvSpPr>
        <p:spPr>
          <a:xfrm>
            <a:off x="4375400" y="2455208"/>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2. Semiconductors!</a:t>
            </a:r>
            <a:endParaRPr/>
          </a:p>
        </p:txBody>
      </p:sp>
      <p:sp>
        <p:nvSpPr>
          <p:cNvPr id="438" name="Google Shape;438;p59"/>
          <p:cNvSpPr txBox="1"/>
          <p:nvPr>
            <p:ph idx="3" type="subTitle"/>
          </p:nvPr>
        </p:nvSpPr>
        <p:spPr>
          <a:xfrm>
            <a:off x="4375400" y="3069725"/>
            <a:ext cx="4325700" cy="452700"/>
          </a:xfrm>
          <a:prstGeom prst="rect">
            <a:avLst/>
          </a:prstGeom>
        </p:spPr>
        <p:txBody>
          <a:bodyPr anchorCtr="0" anchor="b" bIns="91425" lIns="91425" spcFirstLastPara="1" rIns="0" wrap="square" tIns="91425">
            <a:noAutofit/>
          </a:bodyPr>
          <a:lstStyle/>
          <a:p>
            <a:pPr indent="0" lvl="0" marL="0" rtl="0" algn="l">
              <a:spcBef>
                <a:spcPts val="0"/>
              </a:spcBef>
              <a:spcAft>
                <a:spcPts val="0"/>
              </a:spcAft>
              <a:buNone/>
            </a:pPr>
            <a:r>
              <a:rPr lang="en"/>
              <a:t>3. Questions</a:t>
            </a:r>
            <a:endParaRPr/>
          </a:p>
        </p:txBody>
      </p:sp>
      <p:sp>
        <p:nvSpPr>
          <p:cNvPr id="439" name="Google Shape;439;p59"/>
          <p:cNvSpPr txBox="1"/>
          <p:nvPr>
            <p:ph type="title"/>
          </p:nvPr>
        </p:nvSpPr>
        <p:spPr>
          <a:xfrm>
            <a:off x="606225" y="1840700"/>
            <a:ext cx="3541500" cy="2803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Agenda</a:t>
            </a:r>
            <a:endParaRPr/>
          </a:p>
        </p:txBody>
      </p:sp>
      <p:sp>
        <p:nvSpPr>
          <p:cNvPr id="440" name="Google Shape;440;p5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441" name="Google Shape;441;p59" title="pngtree-computer-chip-icon-vector-png-image_10624904.png"/>
          <p:cNvPicPr preferRelativeResize="0"/>
          <p:nvPr/>
        </p:nvPicPr>
        <p:blipFill>
          <a:blip r:embed="rId3">
            <a:alphaModFix/>
          </a:blip>
          <a:stretch>
            <a:fillRect/>
          </a:stretch>
        </p:blipFill>
        <p:spPr>
          <a:xfrm>
            <a:off x="195300" y="1036722"/>
            <a:ext cx="2873491" cy="287349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6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47" name="Google Shape;447;p60"/>
          <p:cNvSpPr txBox="1"/>
          <p:nvPr>
            <p:ph type="title"/>
          </p:nvPr>
        </p:nvSpPr>
        <p:spPr>
          <a:xfrm>
            <a:off x="1271275" y="-626699"/>
            <a:ext cx="64581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Welcome to Silicon Knights!</a:t>
            </a:r>
            <a:endParaRPr/>
          </a:p>
        </p:txBody>
      </p:sp>
      <p:sp>
        <p:nvSpPr>
          <p:cNvPr id="448" name="Google Shape;448;p60"/>
          <p:cNvSpPr txBox="1"/>
          <p:nvPr/>
        </p:nvSpPr>
        <p:spPr>
          <a:xfrm>
            <a:off x="1240650" y="1464605"/>
            <a:ext cx="66627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rimo"/>
                <a:ea typeface="Arimo"/>
                <a:cs typeface="Arimo"/>
                <a:sym typeface="Arimo"/>
              </a:rPr>
              <a:t>Silicon Knights is a new Rutgers IEEE Division focused on digital design, computer architecture, semiconductors, and hands-on learning.</a:t>
            </a:r>
            <a:endParaRPr sz="1600">
              <a:solidFill>
                <a:schemeClr val="dk1"/>
              </a:solidFill>
              <a:latin typeface="Arimo"/>
              <a:ea typeface="Arimo"/>
              <a:cs typeface="Arimo"/>
              <a:sym typeface="Arimo"/>
            </a:endParaRPr>
          </a:p>
          <a:p>
            <a:pPr indent="0" lvl="0" marL="0" rtl="0" algn="l">
              <a:spcBef>
                <a:spcPts val="0"/>
              </a:spcBef>
              <a:spcAft>
                <a:spcPts val="0"/>
              </a:spcAft>
              <a:buNone/>
            </a:pPr>
            <a:r>
              <a:t/>
            </a:r>
            <a:endParaRPr sz="1500">
              <a:solidFill>
                <a:schemeClr val="dk1"/>
              </a:solidFill>
              <a:latin typeface="Arimo"/>
              <a:ea typeface="Arimo"/>
              <a:cs typeface="Arimo"/>
              <a:sym typeface="Arimo"/>
            </a:endParaRPr>
          </a:p>
        </p:txBody>
      </p:sp>
      <p:sp>
        <p:nvSpPr>
          <p:cNvPr id="449" name="Google Shape;449;p60"/>
          <p:cNvSpPr txBox="1"/>
          <p:nvPr/>
        </p:nvSpPr>
        <p:spPr>
          <a:xfrm>
            <a:off x="588425" y="3872700"/>
            <a:ext cx="84264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Beginner and advanced friendly</a:t>
            </a:r>
            <a:endParaRPr sz="1500">
              <a:solidFill>
                <a:schemeClr val="dk1"/>
              </a:solidFill>
              <a:latin typeface="Arimo"/>
              <a:ea typeface="Arimo"/>
              <a:cs typeface="Arimo"/>
              <a:sym typeface="Arimo"/>
            </a:endParaRPr>
          </a:p>
          <a:p>
            <a:pPr indent="-323850" lvl="0" marL="4572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Designed to bridge coursework → actual hardware projects → industry and research</a:t>
            </a:r>
            <a:endParaRPr sz="1500">
              <a:solidFill>
                <a:schemeClr val="dk1"/>
              </a:solidFill>
              <a:latin typeface="Arimo"/>
              <a:ea typeface="Arimo"/>
              <a:cs typeface="Arimo"/>
              <a:sym typeface="Arimo"/>
            </a:endParaRPr>
          </a:p>
          <a:p>
            <a:pPr indent="-323850" lvl="0" marL="457200" rtl="0" algn="l">
              <a:spcBef>
                <a:spcPts val="0"/>
              </a:spcBef>
              <a:spcAft>
                <a:spcPts val="0"/>
              </a:spcAft>
              <a:buClr>
                <a:schemeClr val="dk1"/>
              </a:buClr>
              <a:buSzPts val="1500"/>
              <a:buFont typeface="Arimo"/>
              <a:buChar char="-"/>
            </a:pPr>
            <a:r>
              <a:rPr lang="en" sz="1500">
                <a:solidFill>
                  <a:schemeClr val="dk1"/>
                </a:solidFill>
                <a:latin typeface="Arimo"/>
                <a:ea typeface="Arimo"/>
                <a:cs typeface="Arimo"/>
                <a:sym typeface="Arimo"/>
              </a:rPr>
              <a:t>Industry and student mentorship</a:t>
            </a:r>
            <a:endParaRPr sz="1500">
              <a:solidFill>
                <a:schemeClr val="dk1"/>
              </a:solidFill>
              <a:latin typeface="Arimo"/>
              <a:ea typeface="Arimo"/>
              <a:cs typeface="Arimo"/>
              <a:sym typeface="Arimo"/>
            </a:endParaRPr>
          </a:p>
        </p:txBody>
      </p:sp>
      <p:pic>
        <p:nvPicPr>
          <p:cNvPr id="450" name="Google Shape;450;p60"/>
          <p:cNvPicPr preferRelativeResize="0"/>
          <p:nvPr/>
        </p:nvPicPr>
        <p:blipFill>
          <a:blip r:embed="rId3">
            <a:alphaModFix/>
          </a:blip>
          <a:stretch>
            <a:fillRect/>
          </a:stretch>
        </p:blipFill>
        <p:spPr>
          <a:xfrm>
            <a:off x="905504" y="2489550"/>
            <a:ext cx="2018806" cy="1059875"/>
          </a:xfrm>
          <a:prstGeom prst="rect">
            <a:avLst/>
          </a:prstGeom>
          <a:noFill/>
          <a:ln>
            <a:noFill/>
          </a:ln>
        </p:spPr>
      </p:pic>
      <p:pic>
        <p:nvPicPr>
          <p:cNvPr id="451" name="Google Shape;451;p60" title="semiconductors1.jpg"/>
          <p:cNvPicPr preferRelativeResize="0"/>
          <p:nvPr/>
        </p:nvPicPr>
        <p:blipFill>
          <a:blip r:embed="rId4">
            <a:alphaModFix/>
          </a:blip>
          <a:stretch>
            <a:fillRect/>
          </a:stretch>
        </p:blipFill>
        <p:spPr>
          <a:xfrm>
            <a:off x="6185204" y="2489550"/>
            <a:ext cx="1882545" cy="1059876"/>
          </a:xfrm>
          <a:prstGeom prst="rect">
            <a:avLst/>
          </a:prstGeom>
          <a:noFill/>
          <a:ln>
            <a:noFill/>
          </a:ln>
        </p:spPr>
      </p:pic>
      <p:pic>
        <p:nvPicPr>
          <p:cNvPr id="452" name="Google Shape;452;p60"/>
          <p:cNvPicPr preferRelativeResize="0"/>
          <p:nvPr/>
        </p:nvPicPr>
        <p:blipFill>
          <a:blip r:embed="rId5">
            <a:alphaModFix/>
          </a:blip>
          <a:stretch>
            <a:fillRect/>
          </a:stretch>
        </p:blipFill>
        <p:spPr>
          <a:xfrm>
            <a:off x="3612651" y="2489550"/>
            <a:ext cx="1884197" cy="10598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61"/>
          <p:cNvPicPr preferRelativeResize="0"/>
          <p:nvPr/>
        </p:nvPicPr>
        <p:blipFill rotWithShape="1">
          <a:blip r:embed="rId3">
            <a:alphaModFix amt="10000"/>
          </a:blip>
          <a:srcRect b="19825" l="1070" r="80231" t="14705"/>
          <a:stretch/>
        </p:blipFill>
        <p:spPr>
          <a:xfrm>
            <a:off x="1414598" y="1638300"/>
            <a:ext cx="2576700" cy="3039900"/>
          </a:xfrm>
          <a:prstGeom prst="roundRect">
            <a:avLst>
              <a:gd fmla="val 9898" name="adj"/>
            </a:avLst>
          </a:prstGeom>
          <a:noFill/>
          <a:ln>
            <a:noFill/>
          </a:ln>
        </p:spPr>
      </p:pic>
      <p:pic>
        <p:nvPicPr>
          <p:cNvPr id="458" name="Google Shape;458;p61"/>
          <p:cNvPicPr preferRelativeResize="0"/>
          <p:nvPr/>
        </p:nvPicPr>
        <p:blipFill rotWithShape="1">
          <a:blip r:embed="rId3">
            <a:alphaModFix amt="10000"/>
          </a:blip>
          <a:srcRect b="19825" l="1070" r="80231" t="14705"/>
          <a:stretch/>
        </p:blipFill>
        <p:spPr>
          <a:xfrm>
            <a:off x="5423868" y="1638300"/>
            <a:ext cx="2576700" cy="3039900"/>
          </a:xfrm>
          <a:prstGeom prst="roundRect">
            <a:avLst>
              <a:gd fmla="val 9898" name="adj"/>
            </a:avLst>
          </a:prstGeom>
          <a:noFill/>
          <a:ln>
            <a:noFill/>
          </a:ln>
        </p:spPr>
      </p:pic>
      <p:sp>
        <p:nvSpPr>
          <p:cNvPr id="459" name="Google Shape;459;p61"/>
          <p:cNvSpPr/>
          <p:nvPr/>
        </p:nvSpPr>
        <p:spPr>
          <a:xfrm>
            <a:off x="1575374" y="1736009"/>
            <a:ext cx="1324800" cy="51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Fa</a:t>
            </a:r>
            <a:r>
              <a:rPr lang="en" sz="1800">
                <a:solidFill>
                  <a:schemeClr val="dk1"/>
                </a:solidFill>
                <a:latin typeface="Arimo"/>
                <a:ea typeface="Arimo"/>
                <a:cs typeface="Arimo"/>
                <a:sym typeface="Arimo"/>
              </a:rPr>
              <a:t>l</a:t>
            </a:r>
            <a:r>
              <a:rPr lang="en" sz="1800">
                <a:solidFill>
                  <a:schemeClr val="dk1"/>
                </a:solidFill>
                <a:latin typeface="Arimo"/>
                <a:ea typeface="Arimo"/>
                <a:cs typeface="Arimo"/>
                <a:sym typeface="Arimo"/>
              </a:rPr>
              <a:t>l</a:t>
            </a:r>
            <a:endParaRPr sz="1800">
              <a:solidFill>
                <a:schemeClr val="dk1"/>
              </a:solidFill>
              <a:latin typeface="Arimo"/>
              <a:ea typeface="Arimo"/>
              <a:cs typeface="Arimo"/>
              <a:sym typeface="Arimo"/>
            </a:endParaRPr>
          </a:p>
        </p:txBody>
      </p:sp>
      <p:sp>
        <p:nvSpPr>
          <p:cNvPr id="460" name="Google Shape;460;p6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Silicon </a:t>
            </a:r>
            <a:r>
              <a:rPr lang="en"/>
              <a:t>Knights</a:t>
            </a:r>
            <a:r>
              <a:rPr lang="en"/>
              <a:t> Structure</a:t>
            </a:r>
            <a:endParaRPr/>
          </a:p>
        </p:txBody>
      </p:sp>
      <p:sp>
        <p:nvSpPr>
          <p:cNvPr id="461" name="Google Shape;461;p61"/>
          <p:cNvSpPr txBox="1"/>
          <p:nvPr>
            <p:ph idx="1" type="subTitle"/>
          </p:nvPr>
        </p:nvSpPr>
        <p:spPr>
          <a:xfrm>
            <a:off x="1575375" y="3043308"/>
            <a:ext cx="2010000" cy="1341300"/>
          </a:xfrm>
          <a:prstGeom prst="rect">
            <a:avLst/>
          </a:prstGeom>
        </p:spPr>
        <p:txBody>
          <a:bodyPr anchorCtr="0" anchor="b" bIns="0" lIns="91425" spcFirstLastPara="1" rIns="91425" wrap="square" tIns="0">
            <a:noAutofit/>
          </a:bodyPr>
          <a:lstStyle/>
          <a:p>
            <a:pPr indent="-317500" lvl="0" marL="457200" rtl="0" algn="l">
              <a:spcBef>
                <a:spcPts val="0"/>
              </a:spcBef>
              <a:spcAft>
                <a:spcPts val="0"/>
              </a:spcAft>
              <a:buSzPts val="1400"/>
              <a:buChar char="-"/>
            </a:pPr>
            <a:r>
              <a:rPr lang="en"/>
              <a:t>Digital Logic</a:t>
            </a:r>
            <a:endParaRPr/>
          </a:p>
          <a:p>
            <a:pPr indent="-317500" lvl="0" marL="457200" rtl="0" algn="l">
              <a:spcBef>
                <a:spcPts val="0"/>
              </a:spcBef>
              <a:spcAft>
                <a:spcPts val="0"/>
              </a:spcAft>
              <a:buSzPts val="1400"/>
              <a:buChar char="-"/>
            </a:pPr>
            <a:r>
              <a:rPr lang="en"/>
              <a:t>Computer Architecture</a:t>
            </a:r>
            <a:endParaRPr/>
          </a:p>
          <a:p>
            <a:pPr indent="-317500" lvl="0" marL="457200" rtl="0" algn="l">
              <a:spcBef>
                <a:spcPts val="0"/>
              </a:spcBef>
              <a:spcAft>
                <a:spcPts val="0"/>
              </a:spcAft>
              <a:buSzPts val="1400"/>
              <a:buChar char="-"/>
            </a:pPr>
            <a:r>
              <a:rPr lang="en"/>
              <a:t>RTL Design</a:t>
            </a:r>
            <a:endParaRPr/>
          </a:p>
          <a:p>
            <a:pPr indent="-317500" lvl="0" marL="457200" rtl="0" algn="l">
              <a:spcBef>
                <a:spcPts val="0"/>
              </a:spcBef>
              <a:spcAft>
                <a:spcPts val="0"/>
              </a:spcAft>
              <a:buSzPts val="1400"/>
              <a:buChar char="-"/>
            </a:pPr>
            <a:r>
              <a:rPr lang="en"/>
              <a:t>FPGAs</a:t>
            </a:r>
            <a:endParaRPr/>
          </a:p>
          <a:p>
            <a:pPr indent="-317500" lvl="0" marL="457200" rtl="0" algn="l">
              <a:spcBef>
                <a:spcPts val="0"/>
              </a:spcBef>
              <a:spcAft>
                <a:spcPts val="0"/>
              </a:spcAft>
              <a:buSzPts val="1400"/>
              <a:buChar char="-"/>
            </a:pPr>
            <a:r>
              <a:rPr lang="en"/>
              <a:t>Projects</a:t>
            </a:r>
            <a:endParaRPr/>
          </a:p>
          <a:p>
            <a:pPr indent="-317500" lvl="0" marL="457200" rtl="0" algn="l">
              <a:spcBef>
                <a:spcPts val="0"/>
              </a:spcBef>
              <a:spcAft>
                <a:spcPts val="0"/>
              </a:spcAft>
              <a:buSzPts val="1400"/>
              <a:buChar char="-"/>
            </a:pPr>
            <a:r>
              <a:rPr lang="en"/>
              <a:t>Meetings Mondays 7PM at EE-103</a:t>
            </a:r>
            <a:endParaRPr/>
          </a:p>
        </p:txBody>
      </p:sp>
      <p:sp>
        <p:nvSpPr>
          <p:cNvPr id="462" name="Google Shape;462;p61"/>
          <p:cNvSpPr/>
          <p:nvPr/>
        </p:nvSpPr>
        <p:spPr>
          <a:xfrm>
            <a:off x="5597762" y="1724000"/>
            <a:ext cx="1324800" cy="51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Spring</a:t>
            </a:r>
            <a:endParaRPr sz="1800">
              <a:solidFill>
                <a:schemeClr val="dk1"/>
              </a:solidFill>
              <a:latin typeface="Arimo"/>
              <a:ea typeface="Arimo"/>
              <a:cs typeface="Arimo"/>
              <a:sym typeface="Arimo"/>
            </a:endParaRPr>
          </a:p>
        </p:txBody>
      </p:sp>
      <p:sp>
        <p:nvSpPr>
          <p:cNvPr id="463" name="Google Shape;463;p61"/>
          <p:cNvSpPr txBox="1"/>
          <p:nvPr>
            <p:ph idx="1" type="subTitle"/>
          </p:nvPr>
        </p:nvSpPr>
        <p:spPr>
          <a:xfrm>
            <a:off x="5464471" y="3213482"/>
            <a:ext cx="2421300" cy="390900"/>
          </a:xfrm>
          <a:prstGeom prst="rect">
            <a:avLst/>
          </a:prstGeom>
        </p:spPr>
        <p:txBody>
          <a:bodyPr anchorCtr="0" anchor="b" bIns="0" lIns="91425" spcFirstLastPara="1" rIns="91425" wrap="square" tIns="0">
            <a:noAutofit/>
          </a:bodyPr>
          <a:lstStyle/>
          <a:p>
            <a:pPr indent="-317500" lvl="0" marL="457200" rtl="0" algn="l">
              <a:spcBef>
                <a:spcPts val="0"/>
              </a:spcBef>
              <a:spcAft>
                <a:spcPts val="0"/>
              </a:spcAft>
              <a:buSzPts val="1400"/>
              <a:buChar char="-"/>
            </a:pPr>
            <a:r>
              <a:rPr lang="en"/>
              <a:t>Small project teams</a:t>
            </a:r>
            <a:endParaRPr/>
          </a:p>
          <a:p>
            <a:pPr indent="-317500" lvl="0" marL="457200" rtl="0" algn="l">
              <a:spcBef>
                <a:spcPts val="0"/>
              </a:spcBef>
              <a:spcAft>
                <a:spcPts val="0"/>
              </a:spcAft>
              <a:buSzPts val="1400"/>
              <a:buChar char="-"/>
            </a:pPr>
            <a:r>
              <a:rPr lang="en"/>
              <a:t>FPGA implementation</a:t>
            </a:r>
            <a:endParaRPr/>
          </a:p>
          <a:p>
            <a:pPr indent="-317500" lvl="0" marL="457200" rtl="0" algn="l">
              <a:spcBef>
                <a:spcPts val="0"/>
              </a:spcBef>
              <a:spcAft>
                <a:spcPts val="0"/>
              </a:spcAft>
              <a:buSzPts val="1400"/>
              <a:buChar char="-"/>
            </a:pPr>
            <a:r>
              <a:rPr lang="en"/>
              <a:t>Mentorship from lead</a:t>
            </a:r>
            <a:endParaRPr/>
          </a:p>
          <a:p>
            <a:pPr indent="-317500" lvl="0" marL="457200" rtl="0" algn="l">
              <a:spcBef>
                <a:spcPts val="0"/>
              </a:spcBef>
              <a:spcAft>
                <a:spcPts val="0"/>
              </a:spcAft>
              <a:buSzPts val="1400"/>
              <a:buChar char="-"/>
            </a:pPr>
            <a:r>
              <a:rPr lang="en"/>
              <a:t>End-of-year showcase/</a:t>
            </a:r>
            <a:r>
              <a:rPr lang="en"/>
              <a:t>competition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69" name="Google Shape;469;p62"/>
          <p:cNvSpPr txBox="1"/>
          <p:nvPr>
            <p:ph type="title"/>
          </p:nvPr>
        </p:nvSpPr>
        <p:spPr>
          <a:xfrm>
            <a:off x="1271275" y="-626699"/>
            <a:ext cx="64581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Semiconductors!</a:t>
            </a:r>
            <a:endParaRPr/>
          </a:p>
        </p:txBody>
      </p:sp>
      <p:sp>
        <p:nvSpPr>
          <p:cNvPr id="470" name="Google Shape;470;p62"/>
          <p:cNvSpPr txBox="1"/>
          <p:nvPr/>
        </p:nvSpPr>
        <p:spPr>
          <a:xfrm>
            <a:off x="836800" y="1190850"/>
            <a:ext cx="77097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Arimo"/>
                <a:ea typeface="Arimo"/>
                <a:cs typeface="Arimo"/>
                <a:sym typeface="Arimo"/>
              </a:rPr>
              <a:t>Today</a:t>
            </a:r>
            <a:r>
              <a:rPr lang="en" sz="1600">
                <a:solidFill>
                  <a:schemeClr val="dk1"/>
                </a:solidFill>
                <a:latin typeface="Arimo"/>
                <a:ea typeface="Arimo"/>
                <a:cs typeface="Arimo"/>
                <a:sym typeface="Arimo"/>
              </a:rPr>
              <a:t>: Transistors are the most manufactured item in </a:t>
            </a:r>
            <a:r>
              <a:rPr b="1" lang="en" sz="1600">
                <a:solidFill>
                  <a:schemeClr val="lt1"/>
                </a:solidFill>
                <a:latin typeface="Arimo"/>
                <a:ea typeface="Arimo"/>
                <a:cs typeface="Arimo"/>
                <a:sym typeface="Arimo"/>
              </a:rPr>
              <a:t>human history</a:t>
            </a:r>
            <a:endParaRPr b="1" sz="1600">
              <a:solidFill>
                <a:schemeClr val="lt1"/>
              </a:solidFill>
              <a:latin typeface="Arimo"/>
              <a:ea typeface="Arimo"/>
              <a:cs typeface="Arimo"/>
              <a:sym typeface="Arimo"/>
            </a:endParaRPr>
          </a:p>
          <a:p>
            <a:pPr indent="0" lvl="0" marL="0" rtl="0" algn="l">
              <a:spcBef>
                <a:spcPts val="0"/>
              </a:spcBef>
              <a:spcAft>
                <a:spcPts val="0"/>
              </a:spcAft>
              <a:buNone/>
            </a:pPr>
            <a:r>
              <a:t/>
            </a:r>
            <a:endParaRPr b="1" sz="1600">
              <a:solidFill>
                <a:schemeClr val="lt1"/>
              </a:solidFill>
              <a:latin typeface="Arimo"/>
              <a:ea typeface="Arimo"/>
              <a:cs typeface="Arimo"/>
              <a:sym typeface="Arimo"/>
            </a:endParaRPr>
          </a:p>
          <a:p>
            <a:pPr indent="-330200" lvl="0" marL="457200" rtl="0" algn="l">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Almost all modern technology are powered by chips (made with transistors)</a:t>
            </a:r>
            <a:endParaRPr sz="1600">
              <a:solidFill>
                <a:schemeClr val="dk1"/>
              </a:solidFill>
              <a:latin typeface="Arimo"/>
              <a:ea typeface="Arimo"/>
              <a:cs typeface="Arimo"/>
              <a:sym typeface="Arimo"/>
            </a:endParaRPr>
          </a:p>
          <a:p>
            <a:pPr indent="-330200" lvl="1" marL="914400" marR="0" rtl="0" algn="l">
              <a:lnSpc>
                <a:spcPct val="100000"/>
              </a:lnSpc>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Apple A7 (2013): Over </a:t>
            </a:r>
            <a:r>
              <a:rPr b="1" lang="en" sz="1600">
                <a:solidFill>
                  <a:schemeClr val="dk1"/>
                </a:solidFill>
                <a:latin typeface="Arimo"/>
                <a:ea typeface="Arimo"/>
                <a:cs typeface="Arimo"/>
                <a:sym typeface="Arimo"/>
              </a:rPr>
              <a:t>1 billion</a:t>
            </a:r>
            <a:r>
              <a:rPr lang="en" sz="1600">
                <a:solidFill>
                  <a:schemeClr val="dk1"/>
                </a:solidFill>
                <a:latin typeface="Arimo"/>
                <a:ea typeface="Arimo"/>
                <a:cs typeface="Arimo"/>
                <a:sym typeface="Arimo"/>
              </a:rPr>
              <a:t> transistors (28nm)</a:t>
            </a:r>
            <a:endParaRPr sz="1600">
              <a:solidFill>
                <a:schemeClr val="dk1"/>
              </a:solidFill>
              <a:latin typeface="Arimo"/>
              <a:ea typeface="Arimo"/>
              <a:cs typeface="Arimo"/>
              <a:sym typeface="Arimo"/>
            </a:endParaRPr>
          </a:p>
          <a:p>
            <a:pPr indent="-330200" lvl="1" marL="914400" rtl="0" algn="l">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Apple A19 (2025): </a:t>
            </a:r>
            <a:r>
              <a:rPr b="1" lang="en" sz="1600">
                <a:solidFill>
                  <a:schemeClr val="dk1"/>
                </a:solidFill>
                <a:latin typeface="Arimo"/>
                <a:ea typeface="Arimo"/>
                <a:cs typeface="Arimo"/>
                <a:sym typeface="Arimo"/>
              </a:rPr>
              <a:t>25-30 billion</a:t>
            </a:r>
            <a:r>
              <a:rPr lang="en" sz="1600">
                <a:solidFill>
                  <a:schemeClr val="dk1"/>
                </a:solidFill>
                <a:latin typeface="Arimo"/>
                <a:ea typeface="Arimo"/>
                <a:cs typeface="Arimo"/>
                <a:sym typeface="Arimo"/>
              </a:rPr>
              <a:t> transistors (3nm)</a:t>
            </a:r>
            <a:endParaRPr sz="1600">
              <a:solidFill>
                <a:schemeClr val="dk1"/>
              </a:solidFill>
              <a:latin typeface="Arimo"/>
              <a:ea typeface="Arimo"/>
              <a:cs typeface="Arimo"/>
              <a:sym typeface="Arimo"/>
            </a:endParaRPr>
          </a:p>
          <a:p>
            <a:pPr indent="-330200" lvl="0" marL="457200" rtl="0" algn="l">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NVIDIA Blackwell GPU: </a:t>
            </a:r>
            <a:r>
              <a:rPr b="1" lang="en" sz="1600">
                <a:solidFill>
                  <a:schemeClr val="dk1"/>
                </a:solidFill>
                <a:latin typeface="Arimo"/>
                <a:ea typeface="Arimo"/>
                <a:cs typeface="Arimo"/>
                <a:sym typeface="Arimo"/>
              </a:rPr>
              <a:t>208 billion</a:t>
            </a:r>
            <a:r>
              <a:rPr lang="en" sz="1600">
                <a:solidFill>
                  <a:schemeClr val="dk1"/>
                </a:solidFill>
                <a:latin typeface="Arimo"/>
                <a:ea typeface="Arimo"/>
                <a:cs typeface="Arimo"/>
                <a:sym typeface="Arimo"/>
              </a:rPr>
              <a:t> transistors</a:t>
            </a:r>
            <a:endParaRPr sz="1600">
              <a:solidFill>
                <a:schemeClr val="dk1"/>
              </a:solidFill>
              <a:latin typeface="Arimo"/>
              <a:ea typeface="Arimo"/>
              <a:cs typeface="Arimo"/>
              <a:sym typeface="Arimo"/>
            </a:endParaRPr>
          </a:p>
          <a:p>
            <a:pPr indent="-330200" lvl="0" marL="457200" rtl="0" algn="l">
              <a:spcBef>
                <a:spcPts val="0"/>
              </a:spcBef>
              <a:spcAft>
                <a:spcPts val="0"/>
              </a:spcAft>
              <a:buClr>
                <a:schemeClr val="dk1"/>
              </a:buClr>
              <a:buSzPts val="1600"/>
              <a:buFont typeface="Arimo"/>
              <a:buChar char="●"/>
            </a:pPr>
            <a:r>
              <a:rPr lang="en" sz="1600">
                <a:solidFill>
                  <a:schemeClr val="dk1"/>
                </a:solidFill>
                <a:latin typeface="Arimo"/>
                <a:ea typeface="Arimo"/>
                <a:cs typeface="Arimo"/>
                <a:sym typeface="Arimo"/>
              </a:rPr>
              <a:t>Semiconductors are everywhere these days! </a:t>
            </a:r>
            <a:endParaRPr sz="1500">
              <a:solidFill>
                <a:schemeClr val="dk1"/>
              </a:solidFill>
              <a:latin typeface="Arimo"/>
              <a:ea typeface="Arimo"/>
              <a:cs typeface="Arimo"/>
              <a:sym typeface="Arimo"/>
            </a:endParaRPr>
          </a:p>
        </p:txBody>
      </p:sp>
      <p:pic>
        <p:nvPicPr>
          <p:cNvPr id="471" name="Google Shape;471;p62"/>
          <p:cNvPicPr preferRelativeResize="0"/>
          <p:nvPr/>
        </p:nvPicPr>
        <p:blipFill>
          <a:blip r:embed="rId3">
            <a:alphaModFix/>
          </a:blip>
          <a:stretch>
            <a:fillRect/>
          </a:stretch>
        </p:blipFill>
        <p:spPr>
          <a:xfrm>
            <a:off x="3604902" y="3330474"/>
            <a:ext cx="2363151" cy="1329276"/>
          </a:xfrm>
          <a:prstGeom prst="rect">
            <a:avLst/>
          </a:prstGeom>
          <a:noFill/>
          <a:ln>
            <a:noFill/>
          </a:ln>
        </p:spPr>
      </p:pic>
      <p:pic>
        <p:nvPicPr>
          <p:cNvPr id="472" name="Google Shape;472;p62"/>
          <p:cNvPicPr preferRelativeResize="0"/>
          <p:nvPr/>
        </p:nvPicPr>
        <p:blipFill rotWithShape="1">
          <a:blip r:embed="rId4">
            <a:alphaModFix/>
          </a:blip>
          <a:srcRect b="17887" l="0" r="0" t="18818"/>
          <a:stretch/>
        </p:blipFill>
        <p:spPr>
          <a:xfrm>
            <a:off x="958850" y="3305843"/>
            <a:ext cx="2177825" cy="1378495"/>
          </a:xfrm>
          <a:prstGeom prst="rect">
            <a:avLst/>
          </a:prstGeom>
          <a:noFill/>
          <a:ln>
            <a:noFill/>
          </a:ln>
        </p:spPr>
      </p:pic>
      <p:pic>
        <p:nvPicPr>
          <p:cNvPr id="473" name="Google Shape;473;p62"/>
          <p:cNvPicPr preferRelativeResize="0"/>
          <p:nvPr/>
        </p:nvPicPr>
        <p:blipFill rotWithShape="1">
          <a:blip r:embed="rId5">
            <a:alphaModFix/>
          </a:blip>
          <a:srcRect b="16176" l="0" r="0" t="32326"/>
          <a:stretch/>
        </p:blipFill>
        <p:spPr>
          <a:xfrm>
            <a:off x="6279550" y="3330462"/>
            <a:ext cx="2266950" cy="1329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79" name="Google Shape;479;p63"/>
          <p:cNvSpPr txBox="1"/>
          <p:nvPr>
            <p:ph type="title"/>
          </p:nvPr>
        </p:nvSpPr>
        <p:spPr>
          <a:xfrm>
            <a:off x="1271275" y="-626699"/>
            <a:ext cx="64581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Moore’s Law (is dead?)</a:t>
            </a:r>
            <a:endParaRPr/>
          </a:p>
        </p:txBody>
      </p:sp>
      <p:sp>
        <p:nvSpPr>
          <p:cNvPr id="480" name="Google Shape;480;p63"/>
          <p:cNvSpPr txBox="1"/>
          <p:nvPr/>
        </p:nvSpPr>
        <p:spPr>
          <a:xfrm>
            <a:off x="847950" y="1464600"/>
            <a:ext cx="3324900" cy="2632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rimo"/>
                <a:ea typeface="Arimo"/>
                <a:cs typeface="Arimo"/>
                <a:sym typeface="Arimo"/>
              </a:rPr>
              <a:t>The number of transistors in an integrated circuit (IC) </a:t>
            </a:r>
            <a:r>
              <a:rPr b="1" lang="en" sz="1600">
                <a:solidFill>
                  <a:schemeClr val="dk1"/>
                </a:solidFill>
                <a:latin typeface="Arimo"/>
                <a:ea typeface="Arimo"/>
                <a:cs typeface="Arimo"/>
                <a:sym typeface="Arimo"/>
              </a:rPr>
              <a:t>doubles </a:t>
            </a:r>
            <a:r>
              <a:rPr lang="en" sz="1600">
                <a:solidFill>
                  <a:schemeClr val="dk1"/>
                </a:solidFill>
                <a:latin typeface="Arimo"/>
                <a:ea typeface="Arimo"/>
                <a:cs typeface="Arimo"/>
                <a:sym typeface="Arimo"/>
              </a:rPr>
              <a:t>about every year</a:t>
            </a:r>
            <a:endParaRPr sz="1600">
              <a:solidFill>
                <a:schemeClr val="dk1"/>
              </a:solidFill>
              <a:latin typeface="Arimo"/>
              <a:ea typeface="Arimo"/>
              <a:cs typeface="Arimo"/>
              <a:sym typeface="Arimo"/>
            </a:endParaRPr>
          </a:p>
          <a:p>
            <a:pPr indent="0" lvl="0" marL="0" rtl="0" algn="l">
              <a:spcBef>
                <a:spcPts val="0"/>
              </a:spcBef>
              <a:spcAft>
                <a:spcPts val="0"/>
              </a:spcAft>
              <a:buNone/>
            </a:pPr>
            <a:r>
              <a:t/>
            </a:r>
            <a:endParaRPr sz="1600">
              <a:solidFill>
                <a:schemeClr val="dk1"/>
              </a:solidFill>
              <a:latin typeface="Arimo"/>
              <a:ea typeface="Arimo"/>
              <a:cs typeface="Arimo"/>
              <a:sym typeface="Arimo"/>
            </a:endParaRPr>
          </a:p>
          <a:p>
            <a:pPr indent="0" lvl="0" marL="0" rtl="0" algn="l">
              <a:spcBef>
                <a:spcPts val="0"/>
              </a:spcBef>
              <a:spcAft>
                <a:spcPts val="0"/>
              </a:spcAft>
              <a:buNone/>
            </a:pPr>
            <a:r>
              <a:rPr lang="en" sz="1600">
                <a:solidFill>
                  <a:schemeClr val="dk1"/>
                </a:solidFill>
                <a:latin typeface="Arimo"/>
                <a:ea typeface="Arimo"/>
                <a:cs typeface="Arimo"/>
                <a:sym typeface="Arimo"/>
              </a:rPr>
              <a:t>Is Moore’s Law dead? Depends on who you ask.</a:t>
            </a:r>
            <a:endParaRPr sz="1600">
              <a:solidFill>
                <a:schemeClr val="dk1"/>
              </a:solidFill>
              <a:latin typeface="Arimo"/>
              <a:ea typeface="Arimo"/>
              <a:cs typeface="Arimo"/>
              <a:sym typeface="Arimo"/>
            </a:endParaRPr>
          </a:p>
          <a:p>
            <a:pPr indent="0" lvl="0" marL="0" rtl="0" algn="l">
              <a:spcBef>
                <a:spcPts val="0"/>
              </a:spcBef>
              <a:spcAft>
                <a:spcPts val="0"/>
              </a:spcAft>
              <a:buNone/>
            </a:pPr>
            <a:r>
              <a:t/>
            </a:r>
            <a:endParaRPr sz="1600">
              <a:solidFill>
                <a:schemeClr val="dk1"/>
              </a:solidFill>
              <a:latin typeface="Arimo"/>
              <a:ea typeface="Arimo"/>
              <a:cs typeface="Arimo"/>
              <a:sym typeface="Arimo"/>
            </a:endParaRPr>
          </a:p>
          <a:p>
            <a:pPr indent="0" lvl="0" marL="0" rtl="0" algn="l">
              <a:spcBef>
                <a:spcPts val="0"/>
              </a:spcBef>
              <a:spcAft>
                <a:spcPts val="0"/>
              </a:spcAft>
              <a:buNone/>
            </a:pPr>
            <a:r>
              <a:t/>
            </a:r>
            <a:endParaRPr sz="1600">
              <a:solidFill>
                <a:schemeClr val="dk1"/>
              </a:solidFill>
              <a:latin typeface="Arimo"/>
              <a:ea typeface="Arimo"/>
              <a:cs typeface="Arimo"/>
              <a:sym typeface="Arimo"/>
            </a:endParaRPr>
          </a:p>
          <a:p>
            <a:pPr indent="0" lvl="0" marL="0" rtl="0" algn="l">
              <a:spcBef>
                <a:spcPts val="0"/>
              </a:spcBef>
              <a:spcAft>
                <a:spcPts val="0"/>
              </a:spcAft>
              <a:buNone/>
            </a:pPr>
            <a:r>
              <a:t/>
            </a:r>
            <a:endParaRPr sz="1600">
              <a:solidFill>
                <a:schemeClr val="dk1"/>
              </a:solidFill>
              <a:latin typeface="Arimo"/>
              <a:ea typeface="Arimo"/>
              <a:cs typeface="Arimo"/>
              <a:sym typeface="Arimo"/>
            </a:endParaRPr>
          </a:p>
          <a:p>
            <a:pPr indent="0" lvl="0" marL="0" rtl="0" algn="l">
              <a:spcBef>
                <a:spcPts val="0"/>
              </a:spcBef>
              <a:spcAft>
                <a:spcPts val="0"/>
              </a:spcAft>
              <a:buNone/>
            </a:pPr>
            <a:r>
              <a:t/>
            </a:r>
            <a:endParaRPr sz="1500">
              <a:solidFill>
                <a:schemeClr val="dk1"/>
              </a:solidFill>
              <a:latin typeface="Arimo"/>
              <a:ea typeface="Arimo"/>
              <a:cs typeface="Arimo"/>
              <a:sym typeface="Arimo"/>
            </a:endParaRPr>
          </a:p>
        </p:txBody>
      </p:sp>
      <p:pic>
        <p:nvPicPr>
          <p:cNvPr id="481" name="Google Shape;481;p63"/>
          <p:cNvPicPr preferRelativeResize="0"/>
          <p:nvPr/>
        </p:nvPicPr>
        <p:blipFill>
          <a:blip r:embed="rId3">
            <a:alphaModFix/>
          </a:blip>
          <a:stretch>
            <a:fillRect/>
          </a:stretch>
        </p:blipFill>
        <p:spPr>
          <a:xfrm>
            <a:off x="4306737" y="1346073"/>
            <a:ext cx="4414074" cy="2786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487" name="Google Shape;487;p64"/>
          <p:cNvSpPr txBox="1"/>
          <p:nvPr>
            <p:ph type="title"/>
          </p:nvPr>
        </p:nvSpPr>
        <p:spPr>
          <a:xfrm>
            <a:off x="1271275" y="-626699"/>
            <a:ext cx="64581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Backbone of the Industry</a:t>
            </a:r>
            <a:endParaRPr/>
          </a:p>
        </p:txBody>
      </p:sp>
      <p:pic>
        <p:nvPicPr>
          <p:cNvPr id="488" name="Google Shape;488;p64"/>
          <p:cNvPicPr preferRelativeResize="0"/>
          <p:nvPr/>
        </p:nvPicPr>
        <p:blipFill>
          <a:blip r:embed="rId3">
            <a:alphaModFix/>
          </a:blip>
          <a:stretch>
            <a:fillRect/>
          </a:stretch>
        </p:blipFill>
        <p:spPr>
          <a:xfrm>
            <a:off x="1662261" y="1175986"/>
            <a:ext cx="5819476" cy="32734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5"/>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The Semiconductor Lifecycle</a:t>
            </a:r>
            <a:endParaRPr/>
          </a:p>
        </p:txBody>
      </p:sp>
      <p:sp>
        <p:nvSpPr>
          <p:cNvPr id="494" name="Google Shape;494;p65"/>
          <p:cNvSpPr txBox="1"/>
          <p:nvPr/>
        </p:nvSpPr>
        <p:spPr>
          <a:xfrm>
            <a:off x="799600" y="1544650"/>
            <a:ext cx="7398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Idea → Architecture → Microarchitecture → RTL → Verification → Synthesis →</a:t>
            </a:r>
            <a:endParaRPr sz="1600"/>
          </a:p>
          <a:p>
            <a:pPr indent="0" lvl="0" marL="0" rtl="0" algn="l">
              <a:spcBef>
                <a:spcPts val="0"/>
              </a:spcBef>
              <a:spcAft>
                <a:spcPts val="0"/>
              </a:spcAft>
              <a:buNone/>
            </a:pPr>
            <a:r>
              <a:rPr lang="en" sz="1600"/>
              <a:t> Physical Design → Fabrication → Packaging → Post-Silicon Validation </a:t>
            </a:r>
            <a:endParaRPr sz="1600"/>
          </a:p>
        </p:txBody>
      </p:sp>
      <p:pic>
        <p:nvPicPr>
          <p:cNvPr id="495" name="Google Shape;495;p65" title="light-bulb-with-rays-shine-energy-and-idea-symbol-icon-greeting-cards-prints-for-badges-posters-png.png"/>
          <p:cNvPicPr preferRelativeResize="0"/>
          <p:nvPr/>
        </p:nvPicPr>
        <p:blipFill>
          <a:blip r:embed="rId3">
            <a:alphaModFix/>
          </a:blip>
          <a:stretch>
            <a:fillRect/>
          </a:stretch>
        </p:blipFill>
        <p:spPr>
          <a:xfrm>
            <a:off x="211225" y="3304377"/>
            <a:ext cx="847770" cy="831150"/>
          </a:xfrm>
          <a:prstGeom prst="rect">
            <a:avLst/>
          </a:prstGeom>
          <a:noFill/>
          <a:ln>
            <a:noFill/>
          </a:ln>
        </p:spPr>
      </p:pic>
      <p:pic>
        <p:nvPicPr>
          <p:cNvPr id="496" name="Google Shape;496;p65" title="microarchitecture_featured1.png"/>
          <p:cNvPicPr preferRelativeResize="0"/>
          <p:nvPr/>
        </p:nvPicPr>
        <p:blipFill>
          <a:blip r:embed="rId4">
            <a:alphaModFix/>
          </a:blip>
          <a:stretch>
            <a:fillRect/>
          </a:stretch>
        </p:blipFill>
        <p:spPr>
          <a:xfrm>
            <a:off x="1393100" y="3342718"/>
            <a:ext cx="1143171" cy="754475"/>
          </a:xfrm>
          <a:prstGeom prst="rect">
            <a:avLst/>
          </a:prstGeom>
          <a:noFill/>
          <a:ln>
            <a:noFill/>
          </a:ln>
        </p:spPr>
      </p:pic>
      <p:pic>
        <p:nvPicPr>
          <p:cNvPr id="497" name="Google Shape;497;p65" title="verilogmode_post.gif"/>
          <p:cNvPicPr preferRelativeResize="0"/>
          <p:nvPr/>
        </p:nvPicPr>
        <p:blipFill>
          <a:blip r:embed="rId5">
            <a:alphaModFix/>
          </a:blip>
          <a:stretch>
            <a:fillRect/>
          </a:stretch>
        </p:blipFill>
        <p:spPr>
          <a:xfrm>
            <a:off x="2870375" y="3169739"/>
            <a:ext cx="973459" cy="1110500"/>
          </a:xfrm>
          <a:prstGeom prst="rect">
            <a:avLst/>
          </a:prstGeom>
          <a:noFill/>
          <a:ln>
            <a:noFill/>
          </a:ln>
        </p:spPr>
      </p:pic>
      <p:pic>
        <p:nvPicPr>
          <p:cNvPr id="498" name="Google Shape;498;p65"/>
          <p:cNvPicPr preferRelativeResize="0"/>
          <p:nvPr/>
        </p:nvPicPr>
        <p:blipFill rotWithShape="1">
          <a:blip r:embed="rId6">
            <a:alphaModFix/>
          </a:blip>
          <a:srcRect b="25842" l="2811" r="61101" t="9374"/>
          <a:stretch/>
        </p:blipFill>
        <p:spPr>
          <a:xfrm>
            <a:off x="4145635" y="3169739"/>
            <a:ext cx="973450" cy="908425"/>
          </a:xfrm>
          <a:prstGeom prst="rect">
            <a:avLst/>
          </a:prstGeom>
          <a:noFill/>
          <a:ln>
            <a:noFill/>
          </a:ln>
        </p:spPr>
      </p:pic>
      <p:pic>
        <p:nvPicPr>
          <p:cNvPr id="499" name="Google Shape;499;p65"/>
          <p:cNvPicPr preferRelativeResize="0"/>
          <p:nvPr/>
        </p:nvPicPr>
        <p:blipFill>
          <a:blip r:embed="rId7">
            <a:alphaModFix/>
          </a:blip>
          <a:stretch>
            <a:fillRect/>
          </a:stretch>
        </p:blipFill>
        <p:spPr>
          <a:xfrm>
            <a:off x="5584750" y="3208040"/>
            <a:ext cx="1341229" cy="754475"/>
          </a:xfrm>
          <a:prstGeom prst="rect">
            <a:avLst/>
          </a:prstGeom>
          <a:noFill/>
          <a:ln>
            <a:noFill/>
          </a:ln>
        </p:spPr>
      </p:pic>
      <p:pic>
        <p:nvPicPr>
          <p:cNvPr id="500" name="Google Shape;500;p65"/>
          <p:cNvPicPr preferRelativeResize="0"/>
          <p:nvPr/>
        </p:nvPicPr>
        <p:blipFill>
          <a:blip r:embed="rId8">
            <a:alphaModFix/>
          </a:blip>
          <a:stretch>
            <a:fillRect/>
          </a:stretch>
        </p:blipFill>
        <p:spPr>
          <a:xfrm>
            <a:off x="7391650" y="3208369"/>
            <a:ext cx="1482965" cy="831150"/>
          </a:xfrm>
          <a:prstGeom prst="rect">
            <a:avLst/>
          </a:prstGeom>
          <a:noFill/>
          <a:ln>
            <a:noFill/>
          </a:ln>
        </p:spPr>
      </p:pic>
      <p:sp>
        <p:nvSpPr>
          <p:cNvPr id="501" name="Google Shape;501;p65"/>
          <p:cNvSpPr/>
          <p:nvPr/>
        </p:nvSpPr>
        <p:spPr>
          <a:xfrm>
            <a:off x="847850" y="1613500"/>
            <a:ext cx="6975600" cy="282000"/>
          </a:xfrm>
          <a:prstGeom prst="rect">
            <a:avLst/>
          </a:prstGeom>
          <a:noFill/>
          <a:ln cap="flat" cmpd="sng" w="28575">
            <a:solidFill>
              <a:srgbClr val="A61C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6"/>
          <p:cNvSpPr txBox="1"/>
          <p:nvPr>
            <p:ph type="title"/>
          </p:nvPr>
        </p:nvSpPr>
        <p:spPr>
          <a:xfrm>
            <a:off x="277500" y="416250"/>
            <a:ext cx="8589000" cy="737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Typical Hardware</a:t>
            </a:r>
            <a:endParaRPr/>
          </a:p>
        </p:txBody>
      </p:sp>
      <p:sp>
        <p:nvSpPr>
          <p:cNvPr id="507" name="Google Shape;507;p66"/>
          <p:cNvSpPr txBox="1"/>
          <p:nvPr/>
        </p:nvSpPr>
        <p:spPr>
          <a:xfrm>
            <a:off x="1255775" y="1097075"/>
            <a:ext cx="1690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CPU</a:t>
            </a:r>
            <a:endParaRPr sz="1600"/>
          </a:p>
        </p:txBody>
      </p:sp>
      <p:pic>
        <p:nvPicPr>
          <p:cNvPr id="508" name="Google Shape;508;p66"/>
          <p:cNvPicPr preferRelativeResize="0"/>
          <p:nvPr/>
        </p:nvPicPr>
        <p:blipFill>
          <a:blip r:embed="rId3">
            <a:alphaModFix/>
          </a:blip>
          <a:stretch>
            <a:fillRect/>
          </a:stretch>
        </p:blipFill>
        <p:spPr>
          <a:xfrm>
            <a:off x="1258896" y="1440450"/>
            <a:ext cx="1690125" cy="1676600"/>
          </a:xfrm>
          <a:prstGeom prst="rect">
            <a:avLst/>
          </a:prstGeom>
          <a:noFill/>
          <a:ln>
            <a:noFill/>
          </a:ln>
        </p:spPr>
      </p:pic>
      <p:sp>
        <p:nvSpPr>
          <p:cNvPr id="509" name="Google Shape;509;p66"/>
          <p:cNvSpPr txBox="1"/>
          <p:nvPr/>
        </p:nvSpPr>
        <p:spPr>
          <a:xfrm>
            <a:off x="1521048" y="3256250"/>
            <a:ext cx="27147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GPU</a:t>
            </a:r>
            <a:endParaRPr sz="1600"/>
          </a:p>
        </p:txBody>
      </p:sp>
      <p:sp>
        <p:nvSpPr>
          <p:cNvPr id="510" name="Google Shape;510;p66"/>
          <p:cNvSpPr txBox="1"/>
          <p:nvPr/>
        </p:nvSpPr>
        <p:spPr>
          <a:xfrm>
            <a:off x="4730548" y="3256250"/>
            <a:ext cx="3045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ASIC </a:t>
            </a:r>
            <a:endParaRPr sz="1600"/>
          </a:p>
        </p:txBody>
      </p:sp>
      <p:sp>
        <p:nvSpPr>
          <p:cNvPr id="511" name="Google Shape;511;p66"/>
          <p:cNvSpPr txBox="1"/>
          <p:nvPr/>
        </p:nvSpPr>
        <p:spPr>
          <a:xfrm>
            <a:off x="5761498" y="1097075"/>
            <a:ext cx="180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Memory</a:t>
            </a:r>
            <a:endParaRPr sz="1600"/>
          </a:p>
        </p:txBody>
      </p:sp>
      <p:sp>
        <p:nvSpPr>
          <p:cNvPr id="512" name="Google Shape;512;p66"/>
          <p:cNvSpPr txBox="1"/>
          <p:nvPr/>
        </p:nvSpPr>
        <p:spPr>
          <a:xfrm flipH="1">
            <a:off x="3510205" y="1097075"/>
            <a:ext cx="1690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FPGA </a:t>
            </a:r>
            <a:endParaRPr sz="1600"/>
          </a:p>
          <a:p>
            <a:pPr indent="0" lvl="0" marL="0" rtl="0" algn="l">
              <a:spcBef>
                <a:spcPts val="0"/>
              </a:spcBef>
              <a:spcAft>
                <a:spcPts val="0"/>
              </a:spcAft>
              <a:buNone/>
            </a:pPr>
            <a:r>
              <a:t/>
            </a:r>
            <a:endParaRPr sz="1600"/>
          </a:p>
        </p:txBody>
      </p:sp>
      <p:pic>
        <p:nvPicPr>
          <p:cNvPr id="513" name="Google Shape;513;p66"/>
          <p:cNvPicPr preferRelativeResize="0"/>
          <p:nvPr/>
        </p:nvPicPr>
        <p:blipFill>
          <a:blip r:embed="rId4">
            <a:alphaModFix/>
          </a:blip>
          <a:stretch>
            <a:fillRect/>
          </a:stretch>
        </p:blipFill>
        <p:spPr>
          <a:xfrm>
            <a:off x="1521043" y="3620700"/>
            <a:ext cx="2714563" cy="1522800"/>
          </a:xfrm>
          <a:prstGeom prst="rect">
            <a:avLst/>
          </a:prstGeom>
          <a:noFill/>
          <a:ln>
            <a:noFill/>
          </a:ln>
        </p:spPr>
      </p:pic>
      <p:pic>
        <p:nvPicPr>
          <p:cNvPr id="514" name="Google Shape;514;p66"/>
          <p:cNvPicPr preferRelativeResize="0"/>
          <p:nvPr/>
        </p:nvPicPr>
        <p:blipFill>
          <a:blip r:embed="rId5">
            <a:alphaModFix/>
          </a:blip>
          <a:stretch>
            <a:fillRect/>
          </a:stretch>
        </p:blipFill>
        <p:spPr>
          <a:xfrm>
            <a:off x="3510196" y="1488347"/>
            <a:ext cx="1690126" cy="1580801"/>
          </a:xfrm>
          <a:prstGeom prst="rect">
            <a:avLst/>
          </a:prstGeom>
          <a:noFill/>
          <a:ln>
            <a:noFill/>
          </a:ln>
        </p:spPr>
      </p:pic>
      <p:pic>
        <p:nvPicPr>
          <p:cNvPr id="515" name="Google Shape;515;p66"/>
          <p:cNvPicPr preferRelativeResize="0"/>
          <p:nvPr/>
        </p:nvPicPr>
        <p:blipFill>
          <a:blip r:embed="rId6">
            <a:alphaModFix/>
          </a:blip>
          <a:stretch>
            <a:fillRect/>
          </a:stretch>
        </p:blipFill>
        <p:spPr>
          <a:xfrm>
            <a:off x="4730550" y="3687350"/>
            <a:ext cx="2912299" cy="1456150"/>
          </a:xfrm>
          <a:prstGeom prst="rect">
            <a:avLst/>
          </a:prstGeom>
          <a:noFill/>
          <a:ln>
            <a:noFill/>
          </a:ln>
        </p:spPr>
      </p:pic>
      <p:pic>
        <p:nvPicPr>
          <p:cNvPr id="516" name="Google Shape;516;p66"/>
          <p:cNvPicPr preferRelativeResize="0"/>
          <p:nvPr/>
        </p:nvPicPr>
        <p:blipFill>
          <a:blip r:embed="rId7">
            <a:alphaModFix/>
          </a:blip>
          <a:stretch>
            <a:fillRect/>
          </a:stretch>
        </p:blipFill>
        <p:spPr>
          <a:xfrm>
            <a:off x="5761496" y="1488350"/>
            <a:ext cx="1800526" cy="1580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7"/>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Silicon Growth and Analysis (What’s Next!)</a:t>
            </a:r>
            <a:endParaRPr/>
          </a:p>
        </p:txBody>
      </p:sp>
      <p:sp>
        <p:nvSpPr>
          <p:cNvPr id="522" name="Google Shape;522;p67"/>
          <p:cNvSpPr txBox="1"/>
          <p:nvPr/>
        </p:nvSpPr>
        <p:spPr>
          <a:xfrm>
            <a:off x="277500" y="1135550"/>
            <a:ext cx="7398900" cy="30168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SzPts val="1600"/>
              <a:buChar char="●"/>
            </a:pPr>
            <a:r>
              <a:rPr lang="en" sz="1600"/>
              <a:t>AI</a:t>
            </a:r>
            <a:endParaRPr sz="1600"/>
          </a:p>
          <a:p>
            <a:pPr indent="-330200" lvl="0" marL="457200" rtl="0" algn="l">
              <a:lnSpc>
                <a:spcPct val="150000"/>
              </a:lnSpc>
              <a:spcBef>
                <a:spcPts val="0"/>
              </a:spcBef>
              <a:spcAft>
                <a:spcPts val="0"/>
              </a:spcAft>
              <a:buSzPts val="1600"/>
              <a:buChar char="●"/>
            </a:pPr>
            <a:r>
              <a:rPr lang="en" sz="1600"/>
              <a:t>Data Centers</a:t>
            </a:r>
            <a:endParaRPr sz="1600"/>
          </a:p>
          <a:p>
            <a:pPr indent="-330200" lvl="0" marL="457200" rtl="0" algn="l">
              <a:lnSpc>
                <a:spcPct val="150000"/>
              </a:lnSpc>
              <a:spcBef>
                <a:spcPts val="0"/>
              </a:spcBef>
              <a:spcAft>
                <a:spcPts val="0"/>
              </a:spcAft>
              <a:buSzPts val="1600"/>
              <a:buChar char="●"/>
            </a:pPr>
            <a:r>
              <a:rPr lang="en" sz="1600"/>
              <a:t>Edge</a:t>
            </a:r>
            <a:endParaRPr sz="1600"/>
          </a:p>
          <a:p>
            <a:pPr indent="-330200" lvl="0" marL="457200" rtl="0" algn="l">
              <a:lnSpc>
                <a:spcPct val="150000"/>
              </a:lnSpc>
              <a:spcBef>
                <a:spcPts val="0"/>
              </a:spcBef>
              <a:spcAft>
                <a:spcPts val="0"/>
              </a:spcAft>
              <a:buSzPts val="1600"/>
              <a:buChar char="●"/>
            </a:pPr>
            <a:r>
              <a:rPr lang="en" sz="1600"/>
              <a:t>Moore’s Law</a:t>
            </a:r>
            <a:endParaRPr sz="1600"/>
          </a:p>
          <a:p>
            <a:pPr indent="-330200" lvl="0" marL="457200" rtl="0" algn="l">
              <a:lnSpc>
                <a:spcPct val="150000"/>
              </a:lnSpc>
              <a:spcBef>
                <a:spcPts val="0"/>
              </a:spcBef>
              <a:spcAft>
                <a:spcPts val="0"/>
              </a:spcAft>
              <a:buSzPts val="1600"/>
              <a:buChar char="●"/>
            </a:pPr>
            <a:r>
              <a:rPr lang="en" sz="1600"/>
              <a:t>Robotics</a:t>
            </a:r>
            <a:endParaRPr sz="1600"/>
          </a:p>
          <a:p>
            <a:pPr indent="-330200" lvl="0" marL="457200" rtl="0" algn="l">
              <a:lnSpc>
                <a:spcPct val="150000"/>
              </a:lnSpc>
              <a:spcBef>
                <a:spcPts val="0"/>
              </a:spcBef>
              <a:spcAft>
                <a:spcPts val="0"/>
              </a:spcAft>
              <a:buSzPts val="1600"/>
              <a:buChar char="●"/>
            </a:pPr>
            <a:r>
              <a:rPr lang="en" sz="1600"/>
              <a:t>HW-SW Co-Design</a:t>
            </a:r>
            <a:endParaRPr sz="1600"/>
          </a:p>
          <a:p>
            <a:pPr indent="-330200" lvl="0" marL="457200" rtl="0" algn="l">
              <a:lnSpc>
                <a:spcPct val="150000"/>
              </a:lnSpc>
              <a:spcBef>
                <a:spcPts val="0"/>
              </a:spcBef>
              <a:spcAft>
                <a:spcPts val="0"/>
              </a:spcAft>
              <a:buSzPts val="1600"/>
              <a:buChar char="●"/>
            </a:pPr>
            <a:r>
              <a:rPr lang="en" sz="1600"/>
              <a:t>And More!</a:t>
            </a:r>
            <a:endParaRPr sz="1600"/>
          </a:p>
          <a:p>
            <a:pPr indent="-330200" lvl="0" marL="457200" rtl="0" algn="l">
              <a:lnSpc>
                <a:spcPct val="150000"/>
              </a:lnSpc>
              <a:spcBef>
                <a:spcPts val="0"/>
              </a:spcBef>
              <a:spcAft>
                <a:spcPts val="0"/>
              </a:spcAft>
              <a:buSzPts val="1600"/>
              <a:buChar char="●"/>
            </a:pPr>
            <a:r>
              <a:rPr lang="en" sz="1600"/>
              <a:t>Key Idea: The world always needs chips</a:t>
            </a:r>
            <a:endParaRPr sz="1600"/>
          </a:p>
        </p:txBody>
      </p:sp>
      <p:pic>
        <p:nvPicPr>
          <p:cNvPr id="523" name="Google Shape;523;p67"/>
          <p:cNvPicPr preferRelativeResize="0"/>
          <p:nvPr/>
        </p:nvPicPr>
        <p:blipFill>
          <a:blip r:embed="rId3">
            <a:alphaModFix/>
          </a:blip>
          <a:stretch>
            <a:fillRect/>
          </a:stretch>
        </p:blipFill>
        <p:spPr>
          <a:xfrm>
            <a:off x="4409650" y="1301250"/>
            <a:ext cx="1905738" cy="1270500"/>
          </a:xfrm>
          <a:prstGeom prst="rect">
            <a:avLst/>
          </a:prstGeom>
          <a:noFill/>
          <a:ln>
            <a:noFill/>
          </a:ln>
        </p:spPr>
      </p:pic>
      <p:pic>
        <p:nvPicPr>
          <p:cNvPr id="524" name="Google Shape;524;p67"/>
          <p:cNvPicPr preferRelativeResize="0"/>
          <p:nvPr/>
        </p:nvPicPr>
        <p:blipFill>
          <a:blip r:embed="rId4">
            <a:alphaModFix/>
          </a:blip>
          <a:stretch>
            <a:fillRect/>
          </a:stretch>
        </p:blipFill>
        <p:spPr>
          <a:xfrm>
            <a:off x="6606275" y="1292782"/>
            <a:ext cx="2362775" cy="1325455"/>
          </a:xfrm>
          <a:prstGeom prst="rect">
            <a:avLst/>
          </a:prstGeom>
          <a:noFill/>
          <a:ln>
            <a:noFill/>
          </a:ln>
        </p:spPr>
      </p:pic>
      <p:pic>
        <p:nvPicPr>
          <p:cNvPr id="525" name="Google Shape;525;p67"/>
          <p:cNvPicPr preferRelativeResize="0"/>
          <p:nvPr/>
        </p:nvPicPr>
        <p:blipFill>
          <a:blip r:embed="rId5">
            <a:alphaModFix/>
          </a:blip>
          <a:stretch>
            <a:fillRect/>
          </a:stretch>
        </p:blipFill>
        <p:spPr>
          <a:xfrm>
            <a:off x="5773375" y="3036743"/>
            <a:ext cx="3016075" cy="1679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8"/>
          <p:cNvSpPr txBox="1"/>
          <p:nvPr>
            <p:ph type="title"/>
          </p:nvPr>
        </p:nvSpPr>
        <p:spPr>
          <a:xfrm>
            <a:off x="277500" y="1312500"/>
            <a:ext cx="8589000" cy="2518500"/>
          </a:xfrm>
          <a:prstGeom prst="rect">
            <a:avLst/>
          </a:prstGeom>
        </p:spPr>
        <p:txBody>
          <a:bodyPr anchorCtr="0" anchor="t" bIns="0" lIns="0" spcFirstLastPara="1" rIns="0"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5000"/>
              <a:t>Questions?</a:t>
            </a:r>
            <a:endParaRPr sz="5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4" name="Shape 534"/>
        <p:cNvGrpSpPr/>
        <p:nvPr/>
      </p:nvGrpSpPr>
      <p:grpSpPr>
        <a:xfrm>
          <a:off x="0" y="0"/>
          <a:ext cx="0" cy="0"/>
          <a:chOff x="0" y="0"/>
          <a:chExt cx="0" cy="0"/>
        </a:xfrm>
      </p:grpSpPr>
      <p:sp>
        <p:nvSpPr>
          <p:cNvPr id="535" name="Google Shape;535;p6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 short history of the product</a:t>
            </a:r>
            <a:endParaRPr/>
          </a:p>
        </p:txBody>
      </p:sp>
      <p:cxnSp>
        <p:nvCxnSpPr>
          <p:cNvPr descr="A timeline stretching across several years. " id="536" name="Google Shape;536;p69"/>
          <p:cNvCxnSpPr/>
          <p:nvPr/>
        </p:nvCxnSpPr>
        <p:spPr>
          <a:xfrm>
            <a:off x="282300" y="2869750"/>
            <a:ext cx="8579400" cy="0"/>
          </a:xfrm>
          <a:prstGeom prst="straightConnector1">
            <a:avLst/>
          </a:prstGeom>
          <a:noFill/>
          <a:ln cap="flat" cmpd="sng" w="9525">
            <a:solidFill>
              <a:schemeClr val="dk1"/>
            </a:solidFill>
            <a:prstDash val="solid"/>
            <a:round/>
            <a:headEnd len="med" w="med" type="oval"/>
            <a:tailEnd len="med" w="med" type="oval"/>
          </a:ln>
        </p:spPr>
      </p:cxnSp>
      <p:sp>
        <p:nvSpPr>
          <p:cNvPr id="537" name="Google Shape;537;p69"/>
          <p:cNvSpPr txBox="1"/>
          <p:nvPr/>
        </p:nvSpPr>
        <p:spPr>
          <a:xfrm>
            <a:off x="2823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Your product debut</a:t>
            </a:r>
            <a:endParaRPr sz="1100">
              <a:solidFill>
                <a:schemeClr val="dk1"/>
              </a:solidFill>
              <a:latin typeface="Arimo"/>
              <a:ea typeface="Arimo"/>
              <a:cs typeface="Arimo"/>
              <a:sym typeface="Arimo"/>
            </a:endParaRPr>
          </a:p>
          <a:p>
            <a:pPr indent="0" lvl="0" marL="0" rtl="0" algn="l">
              <a:spcBef>
                <a:spcPts val="0"/>
              </a:spcBef>
              <a:spcAft>
                <a:spcPts val="0"/>
              </a:spcAft>
              <a:buNone/>
            </a:pPr>
            <a:r>
              <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rgbClr val="000000"/>
              </a:buClr>
              <a:buSzPts val="1100"/>
              <a:buFont typeface="Arial"/>
              <a:buNone/>
            </a:pPr>
            <a:r>
              <a:rPr lang="en" sz="700">
                <a:solidFill>
                  <a:schemeClr val="dk1"/>
                </a:solidFill>
                <a:latin typeface="Arimo"/>
                <a:ea typeface="Arimo"/>
                <a:cs typeface="Arimo"/>
                <a:sym typeface="Arimo"/>
              </a:rPr>
              <a:t>Mark the moment when your product launched or was first ideated. Mention early reactions from users and reviewers. </a:t>
            </a:r>
            <a:endParaRPr sz="700">
              <a:solidFill>
                <a:schemeClr val="dk1"/>
              </a:solidFill>
              <a:latin typeface="Arimo"/>
              <a:ea typeface="Arimo"/>
              <a:cs typeface="Arimo"/>
              <a:sym typeface="Arimo"/>
            </a:endParaRPr>
          </a:p>
        </p:txBody>
      </p:sp>
      <p:sp>
        <p:nvSpPr>
          <p:cNvPr id="538" name="Google Shape;538;p69"/>
          <p:cNvSpPr txBox="1"/>
          <p:nvPr/>
        </p:nvSpPr>
        <p:spPr>
          <a:xfrm>
            <a:off x="172327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 major milestone</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700">
                <a:solidFill>
                  <a:schemeClr val="dk1"/>
                </a:solidFill>
                <a:latin typeface="Arimo"/>
                <a:ea typeface="Arimo"/>
                <a:cs typeface="Arimo"/>
                <a:sym typeface="Arimo"/>
              </a:rPr>
              <a:t>Celebrate your first major achievement. This could be a new feature, your 100th user or download, etc.</a:t>
            </a:r>
            <a:endParaRPr sz="700">
              <a:solidFill>
                <a:schemeClr val="dk1"/>
              </a:solidFill>
              <a:latin typeface="Arimo"/>
              <a:ea typeface="Arimo"/>
              <a:cs typeface="Arimo"/>
              <a:sym typeface="Arimo"/>
            </a:endParaRPr>
          </a:p>
        </p:txBody>
      </p:sp>
      <p:sp>
        <p:nvSpPr>
          <p:cNvPr id="539" name="Google Shape;539;p69"/>
          <p:cNvSpPr txBox="1"/>
          <p:nvPr/>
        </p:nvSpPr>
        <p:spPr>
          <a:xfrm>
            <a:off x="31642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Another milestone</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This can be an extension of your previous milestone, or something completely new. </a:t>
            </a:r>
            <a:endParaRPr sz="700">
              <a:solidFill>
                <a:schemeClr val="dk1"/>
              </a:solidFill>
              <a:latin typeface="Arimo"/>
              <a:ea typeface="Arimo"/>
              <a:cs typeface="Arimo"/>
              <a:sym typeface="Arimo"/>
            </a:endParaRPr>
          </a:p>
        </p:txBody>
      </p:sp>
      <p:sp>
        <p:nvSpPr>
          <p:cNvPr id="540" name="Google Shape;540;p69"/>
          <p:cNvSpPr txBox="1"/>
          <p:nvPr/>
        </p:nvSpPr>
        <p:spPr>
          <a:xfrm>
            <a:off x="460520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 turning point for your company</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rPr lang="en" sz="700">
                <a:solidFill>
                  <a:schemeClr val="dk1"/>
                </a:solidFill>
                <a:latin typeface="Arimo"/>
                <a:ea typeface="Arimo"/>
                <a:cs typeface="Arimo"/>
                <a:sym typeface="Arimo"/>
              </a:rPr>
              <a:t>Describe any major organizational events, such as mergers or acquisitions. </a:t>
            </a:r>
            <a:endParaRPr sz="700">
              <a:solidFill>
                <a:schemeClr val="dk1"/>
              </a:solidFill>
              <a:latin typeface="Arimo"/>
              <a:ea typeface="Arimo"/>
              <a:cs typeface="Arimo"/>
              <a:sym typeface="Arimo"/>
            </a:endParaRPr>
          </a:p>
        </p:txBody>
      </p:sp>
      <p:sp>
        <p:nvSpPr>
          <p:cNvPr id="541" name="Google Shape;541;p69"/>
          <p:cNvSpPr txBox="1"/>
          <p:nvPr/>
        </p:nvSpPr>
        <p:spPr>
          <a:xfrm>
            <a:off x="6046150"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A new phase for your product</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List any new features, product lines, subscriber tiers, or marketing activities.</a:t>
            </a:r>
            <a:endParaRPr sz="700">
              <a:solidFill>
                <a:schemeClr val="dk1"/>
              </a:solidFill>
              <a:latin typeface="Arimo"/>
              <a:ea typeface="Arimo"/>
              <a:cs typeface="Arimo"/>
              <a:sym typeface="Arimo"/>
            </a:endParaRPr>
          </a:p>
        </p:txBody>
      </p:sp>
      <p:sp>
        <p:nvSpPr>
          <p:cNvPr id="542" name="Google Shape;542;p69"/>
          <p:cNvSpPr txBox="1"/>
          <p:nvPr/>
        </p:nvSpPr>
        <p:spPr>
          <a:xfrm>
            <a:off x="7487125" y="3176350"/>
            <a:ext cx="1385400" cy="1364400"/>
          </a:xfrm>
          <a:prstGeom prst="rect">
            <a:avLst/>
          </a:prstGeom>
          <a:noFill/>
          <a:ln>
            <a:noFill/>
          </a:ln>
        </p:spPr>
        <p:txBody>
          <a:bodyPr anchorCtr="0" anchor="t" bIns="0" lIns="137150" spcFirstLastPara="1" rIns="137150" wrap="square" tIns="0">
            <a:noAutofit/>
          </a:bodyPr>
          <a:lstStyle/>
          <a:p>
            <a:pPr indent="0" lvl="0" marL="0" rtl="0" algn="l">
              <a:lnSpc>
                <a:spcPct val="115000"/>
              </a:lnSpc>
              <a:spcBef>
                <a:spcPts val="0"/>
              </a:spcBef>
              <a:spcAft>
                <a:spcPts val="0"/>
              </a:spcAft>
              <a:buClr>
                <a:schemeClr val="lt1"/>
              </a:buClr>
              <a:buSzPts val="1100"/>
              <a:buFont typeface="Arial"/>
              <a:buNone/>
            </a:pPr>
            <a:r>
              <a:rPr lang="en" sz="1100">
                <a:solidFill>
                  <a:schemeClr val="dk1"/>
                </a:solidFill>
                <a:latin typeface="Arimo"/>
                <a:ea typeface="Arimo"/>
                <a:cs typeface="Arimo"/>
                <a:sym typeface="Arimo"/>
              </a:rPr>
              <a:t>What’s happening </a:t>
            </a:r>
            <a:r>
              <a:rPr i="1" lang="en" sz="1100">
                <a:solidFill>
                  <a:schemeClr val="dk1"/>
                </a:solidFill>
                <a:latin typeface="Arimo"/>
                <a:ea typeface="Arimo"/>
                <a:cs typeface="Arimo"/>
                <a:sym typeface="Arimo"/>
              </a:rPr>
              <a:t>now</a:t>
            </a:r>
            <a:endParaRPr i="1" sz="1100">
              <a:solidFill>
                <a:schemeClr val="dk1"/>
              </a:solidFill>
              <a:latin typeface="Arimo"/>
              <a:ea typeface="Arimo"/>
              <a:cs typeface="Arimo"/>
              <a:sym typeface="Arimo"/>
            </a:endParaRPr>
          </a:p>
          <a:p>
            <a:pPr indent="0" lvl="0" marL="0" rtl="0" algn="l">
              <a:lnSpc>
                <a:spcPct val="115000"/>
              </a:lnSpc>
              <a:spcBef>
                <a:spcPts val="0"/>
              </a:spcBef>
              <a:spcAft>
                <a:spcPts val="0"/>
              </a:spcAft>
              <a:buClr>
                <a:schemeClr val="lt1"/>
              </a:buClr>
              <a:buSzPts val="1100"/>
              <a:buNone/>
            </a:pPr>
            <a:r>
              <a:t/>
            </a:r>
            <a:endParaRPr sz="7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700">
                <a:solidFill>
                  <a:schemeClr val="dk1"/>
                </a:solidFill>
                <a:latin typeface="Arimo"/>
                <a:ea typeface="Arimo"/>
                <a:cs typeface="Arimo"/>
                <a:sym typeface="Arimo"/>
              </a:rPr>
              <a:t>Mention current efforts, such as features you're launching or opportunities you're pursuing. If possible, connect these to the purpose of the demo.</a:t>
            </a:r>
            <a:endParaRPr sz="700">
              <a:solidFill>
                <a:schemeClr val="dk1"/>
              </a:solidFill>
              <a:latin typeface="Arimo"/>
              <a:ea typeface="Arimo"/>
              <a:cs typeface="Arimo"/>
              <a:sym typeface="Arimo"/>
            </a:endParaRPr>
          </a:p>
        </p:txBody>
      </p:sp>
      <p:cxnSp>
        <p:nvCxnSpPr>
          <p:cNvPr id="543" name="Google Shape;543;p69"/>
          <p:cNvCxnSpPr/>
          <p:nvPr/>
        </p:nvCxnSpPr>
        <p:spPr>
          <a:xfrm>
            <a:off x="9699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544" name="Google Shape;544;p69"/>
          <p:cNvCxnSpPr/>
          <p:nvPr/>
        </p:nvCxnSpPr>
        <p:spPr>
          <a:xfrm>
            <a:off x="24100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545" name="Google Shape;545;p69"/>
          <p:cNvCxnSpPr/>
          <p:nvPr/>
        </p:nvCxnSpPr>
        <p:spPr>
          <a:xfrm>
            <a:off x="38500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546" name="Google Shape;546;p69"/>
          <p:cNvCxnSpPr/>
          <p:nvPr/>
        </p:nvCxnSpPr>
        <p:spPr>
          <a:xfrm>
            <a:off x="529014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547" name="Google Shape;547;p69"/>
          <p:cNvCxnSpPr/>
          <p:nvPr/>
        </p:nvCxnSpPr>
        <p:spPr>
          <a:xfrm>
            <a:off x="6730199" y="2419900"/>
            <a:ext cx="0" cy="421500"/>
          </a:xfrm>
          <a:prstGeom prst="straightConnector1">
            <a:avLst/>
          </a:prstGeom>
          <a:noFill/>
          <a:ln cap="flat" cmpd="sng" w="9525">
            <a:solidFill>
              <a:schemeClr val="dk1"/>
            </a:solidFill>
            <a:prstDash val="solid"/>
            <a:round/>
            <a:headEnd len="med" w="med" type="none"/>
            <a:tailEnd len="med" w="med" type="none"/>
          </a:ln>
        </p:spPr>
      </p:cxnSp>
      <p:cxnSp>
        <p:nvCxnSpPr>
          <p:cNvPr id="548" name="Google Shape;548;p69"/>
          <p:cNvCxnSpPr/>
          <p:nvPr/>
        </p:nvCxnSpPr>
        <p:spPr>
          <a:xfrm>
            <a:off x="8170249" y="2419900"/>
            <a:ext cx="0" cy="421500"/>
          </a:xfrm>
          <a:prstGeom prst="straightConnector1">
            <a:avLst/>
          </a:prstGeom>
          <a:noFill/>
          <a:ln cap="flat" cmpd="sng" w="9525">
            <a:solidFill>
              <a:schemeClr val="dk1"/>
            </a:solidFill>
            <a:prstDash val="solid"/>
            <a:round/>
            <a:headEnd len="med" w="med" type="none"/>
            <a:tailEnd len="med" w="med" type="none"/>
          </a:ln>
        </p:spPr>
      </p:cxnSp>
      <p:sp>
        <p:nvSpPr>
          <p:cNvPr id="549" name="Google Shape;549;p69"/>
          <p:cNvSpPr/>
          <p:nvPr/>
        </p:nvSpPr>
        <p:spPr>
          <a:xfrm>
            <a:off x="6174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Arimo"/>
                <a:ea typeface="Arimo"/>
                <a:cs typeface="Arimo"/>
                <a:sym typeface="Arimo"/>
              </a:rPr>
              <a:t>20XX</a:t>
            </a:r>
            <a:endParaRPr sz="800">
              <a:solidFill>
                <a:schemeClr val="dk1"/>
              </a:solidFill>
              <a:latin typeface="Arimo"/>
              <a:ea typeface="Arimo"/>
              <a:cs typeface="Arimo"/>
              <a:sym typeface="Arimo"/>
            </a:endParaRPr>
          </a:p>
        </p:txBody>
      </p:sp>
      <p:sp>
        <p:nvSpPr>
          <p:cNvPr id="550" name="Google Shape;550;p69"/>
          <p:cNvSpPr/>
          <p:nvPr/>
        </p:nvSpPr>
        <p:spPr>
          <a:xfrm>
            <a:off x="205747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20XX</a:t>
            </a:r>
            <a:endParaRPr sz="800">
              <a:solidFill>
                <a:schemeClr val="dk1"/>
              </a:solidFill>
              <a:latin typeface="Arimo"/>
              <a:ea typeface="Arimo"/>
              <a:cs typeface="Arimo"/>
              <a:sym typeface="Arimo"/>
            </a:endParaRPr>
          </a:p>
        </p:txBody>
      </p:sp>
      <p:sp>
        <p:nvSpPr>
          <p:cNvPr id="551" name="Google Shape;551;p69"/>
          <p:cNvSpPr/>
          <p:nvPr/>
        </p:nvSpPr>
        <p:spPr>
          <a:xfrm>
            <a:off x="34975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20XX</a:t>
            </a:r>
            <a:endParaRPr sz="800">
              <a:solidFill>
                <a:schemeClr val="dk1"/>
              </a:solidFill>
              <a:latin typeface="Arimo"/>
              <a:ea typeface="Arimo"/>
              <a:cs typeface="Arimo"/>
              <a:sym typeface="Arimo"/>
            </a:endParaRPr>
          </a:p>
        </p:txBody>
      </p:sp>
      <p:sp>
        <p:nvSpPr>
          <p:cNvPr id="552" name="Google Shape;552;p69"/>
          <p:cNvSpPr/>
          <p:nvPr/>
        </p:nvSpPr>
        <p:spPr>
          <a:xfrm>
            <a:off x="493757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20XX</a:t>
            </a:r>
            <a:endParaRPr sz="800">
              <a:solidFill>
                <a:schemeClr val="dk1"/>
              </a:solidFill>
              <a:latin typeface="Arimo"/>
              <a:ea typeface="Arimo"/>
              <a:cs typeface="Arimo"/>
              <a:sym typeface="Arimo"/>
            </a:endParaRPr>
          </a:p>
        </p:txBody>
      </p:sp>
      <p:sp>
        <p:nvSpPr>
          <p:cNvPr id="553" name="Google Shape;553;p69"/>
          <p:cNvSpPr/>
          <p:nvPr/>
        </p:nvSpPr>
        <p:spPr>
          <a:xfrm>
            <a:off x="6377624" y="2175400"/>
            <a:ext cx="718800" cy="244500"/>
          </a:xfrm>
          <a:prstGeom prst="roundRect">
            <a:avLst>
              <a:gd fmla="val 50000" name="adj"/>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20XX</a:t>
            </a:r>
            <a:endParaRPr sz="800">
              <a:solidFill>
                <a:schemeClr val="dk1"/>
              </a:solidFill>
              <a:latin typeface="Arimo"/>
              <a:ea typeface="Arimo"/>
              <a:cs typeface="Arimo"/>
              <a:sym typeface="Arimo"/>
            </a:endParaRPr>
          </a:p>
        </p:txBody>
      </p:sp>
      <p:sp>
        <p:nvSpPr>
          <p:cNvPr id="554" name="Google Shape;554;p69"/>
          <p:cNvSpPr/>
          <p:nvPr/>
        </p:nvSpPr>
        <p:spPr>
          <a:xfrm>
            <a:off x="7810849" y="2175400"/>
            <a:ext cx="718800" cy="244500"/>
          </a:xfrm>
          <a:prstGeom prst="roundRect">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2"/>
                </a:solidFill>
                <a:latin typeface="Arimo"/>
                <a:ea typeface="Arimo"/>
                <a:cs typeface="Arimo"/>
                <a:sym typeface="Arimo"/>
              </a:rPr>
              <a:t>Today</a:t>
            </a:r>
            <a:endParaRPr sz="800">
              <a:solidFill>
                <a:schemeClr val="lt2"/>
              </a:solidFill>
              <a:latin typeface="Arimo"/>
              <a:ea typeface="Arimo"/>
              <a:cs typeface="Arimo"/>
              <a:sym typeface="Arimo"/>
            </a:endParaRPr>
          </a:p>
        </p:txBody>
      </p:sp>
      <p:sp>
        <p:nvSpPr>
          <p:cNvPr id="555" name="Google Shape;555;p69"/>
          <p:cNvSpPr/>
          <p:nvPr/>
        </p:nvSpPr>
        <p:spPr>
          <a:xfrm>
            <a:off x="9399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56" name="Google Shape;556;p69"/>
          <p:cNvSpPr/>
          <p:nvPr/>
        </p:nvSpPr>
        <p:spPr>
          <a:xfrm>
            <a:off x="23800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57" name="Google Shape;557;p69"/>
          <p:cNvSpPr/>
          <p:nvPr/>
        </p:nvSpPr>
        <p:spPr>
          <a:xfrm>
            <a:off x="38200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58" name="Google Shape;558;p69"/>
          <p:cNvSpPr/>
          <p:nvPr/>
        </p:nvSpPr>
        <p:spPr>
          <a:xfrm>
            <a:off x="52601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59" name="Google Shape;559;p69"/>
          <p:cNvSpPr/>
          <p:nvPr/>
        </p:nvSpPr>
        <p:spPr>
          <a:xfrm>
            <a:off x="670019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60" name="Google Shape;560;p69"/>
          <p:cNvSpPr/>
          <p:nvPr/>
        </p:nvSpPr>
        <p:spPr>
          <a:xfrm>
            <a:off x="8140249" y="2841250"/>
            <a:ext cx="60000" cy="600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561" name="Google Shape;561;p6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562" name="Google Shape;562;p6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563" name="Google Shape;563;p6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7" name="Shape 567"/>
        <p:cNvGrpSpPr/>
        <p:nvPr/>
      </p:nvGrpSpPr>
      <p:grpSpPr>
        <a:xfrm>
          <a:off x="0" y="0"/>
          <a:ext cx="0" cy="0"/>
          <a:chOff x="0" y="0"/>
          <a:chExt cx="0" cy="0"/>
        </a:xfrm>
      </p:grpSpPr>
      <p:sp>
        <p:nvSpPr>
          <p:cNvPr id="568" name="Google Shape;568;p7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569" name="Google Shape;569;p70"/>
          <p:cNvSpPr txBox="1"/>
          <p:nvPr>
            <p:ph idx="1" type="subTitle"/>
          </p:nvPr>
        </p:nvSpPr>
        <p:spPr>
          <a:xfrm>
            <a:off x="601325" y="3751025"/>
            <a:ext cx="576000" cy="5760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1</a:t>
            </a:r>
            <a:endParaRPr/>
          </a:p>
        </p:txBody>
      </p:sp>
      <p:sp>
        <p:nvSpPr>
          <p:cNvPr id="570" name="Google Shape;570;p70"/>
          <p:cNvSpPr txBox="1"/>
          <p:nvPr>
            <p:ph type="title"/>
          </p:nvPr>
        </p:nvSpPr>
        <p:spPr>
          <a:xfrm>
            <a:off x="2598475" y="3493075"/>
            <a:ext cx="5985300" cy="994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Meet the product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4" name="Shape 574"/>
        <p:cNvGrpSpPr/>
        <p:nvPr/>
      </p:nvGrpSpPr>
      <p:grpSpPr>
        <a:xfrm>
          <a:off x="0" y="0"/>
          <a:ext cx="0" cy="0"/>
          <a:chOff x="0" y="0"/>
          <a:chExt cx="0" cy="0"/>
        </a:xfrm>
      </p:grpSpPr>
      <p:pic>
        <p:nvPicPr>
          <p:cNvPr descr="A woman stands outdoors, wearing headphones and holding a coffee mug. " id="575" name="Google Shape;575;p71"/>
          <p:cNvPicPr preferRelativeResize="0"/>
          <p:nvPr>
            <p:ph idx="2" type="pic"/>
          </p:nvPr>
        </p:nvPicPr>
        <p:blipFill rotWithShape="1">
          <a:blip r:embed="rId3">
            <a:alphaModFix/>
          </a:blip>
          <a:srcRect b="6695" l="8993" r="1168" t="6695"/>
          <a:stretch/>
        </p:blipFill>
        <p:spPr>
          <a:xfrm>
            <a:off x="0" y="0"/>
            <a:ext cx="9144003" cy="5143498"/>
          </a:xfrm>
          <a:prstGeom prst="rect">
            <a:avLst/>
          </a:prstGeom>
        </p:spPr>
      </p:pic>
      <p:sp>
        <p:nvSpPr>
          <p:cNvPr id="576" name="Google Shape;576;p7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4000">
                <a:solidFill>
                  <a:schemeClr val="lt2"/>
                </a:solidFill>
              </a:rPr>
              <a:t>Meet the product</a:t>
            </a:r>
            <a:endParaRPr sz="4000">
              <a:solidFill>
                <a:schemeClr val="lt2"/>
              </a:solidFill>
            </a:endParaRPr>
          </a:p>
        </p:txBody>
      </p:sp>
      <p:sp>
        <p:nvSpPr>
          <p:cNvPr id="577" name="Google Shape;577;p7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2"/>
                </a:solidFill>
              </a:rPr>
              <a:t>Company Name</a:t>
            </a:r>
            <a:endParaRPr>
              <a:solidFill>
                <a:schemeClr val="lt2"/>
              </a:solidFill>
            </a:endParaRPr>
          </a:p>
        </p:txBody>
      </p:sp>
      <p:sp>
        <p:nvSpPr>
          <p:cNvPr id="578" name="Google Shape;578;p71"/>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Date</a:t>
            </a:r>
            <a:endParaRPr>
              <a:solidFill>
                <a:schemeClr val="lt2"/>
              </a:solidFill>
            </a:endParaRPr>
          </a:p>
        </p:txBody>
      </p:sp>
      <p:sp>
        <p:nvSpPr>
          <p:cNvPr id="579" name="Google Shape;579;p7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580" name="Google Shape;580;p71"/>
          <p:cNvPicPr preferRelativeResize="0"/>
          <p:nvPr/>
        </p:nvPicPr>
        <p:blipFill rotWithShape="1">
          <a:blip r:embed="rId4">
            <a:alphaModFix amt="50000"/>
          </a:blip>
          <a:srcRect b="15822" l="8374" r="54640" t="3370"/>
          <a:stretch/>
        </p:blipFill>
        <p:spPr>
          <a:xfrm>
            <a:off x="5655550" y="1107925"/>
            <a:ext cx="3211200" cy="3752100"/>
          </a:xfrm>
          <a:prstGeom prst="roundRect">
            <a:avLst>
              <a:gd fmla="val 9924" name="adj"/>
            </a:avLst>
          </a:prstGeom>
          <a:noFill/>
          <a:ln>
            <a:noFill/>
          </a:ln>
        </p:spPr>
      </p:pic>
      <p:cxnSp>
        <p:nvCxnSpPr>
          <p:cNvPr id="581" name="Google Shape;581;p71"/>
          <p:cNvCxnSpPr/>
          <p:nvPr/>
        </p:nvCxnSpPr>
        <p:spPr>
          <a:xfrm>
            <a:off x="3371550" y="3562200"/>
            <a:ext cx="2107200" cy="0"/>
          </a:xfrm>
          <a:prstGeom prst="straightConnector1">
            <a:avLst/>
          </a:prstGeom>
          <a:noFill/>
          <a:ln cap="flat" cmpd="sng" w="9525">
            <a:solidFill>
              <a:schemeClr val="lt2"/>
            </a:solidFill>
            <a:prstDash val="solid"/>
            <a:round/>
            <a:headEnd len="med" w="med" type="none"/>
            <a:tailEnd len="med" w="med" type="oval"/>
          </a:ln>
        </p:spPr>
      </p:cxnSp>
      <p:sp>
        <p:nvSpPr>
          <p:cNvPr id="582" name="Google Shape;582;p71"/>
          <p:cNvSpPr txBox="1"/>
          <p:nvPr/>
        </p:nvSpPr>
        <p:spPr>
          <a:xfrm>
            <a:off x="5877100" y="1950975"/>
            <a:ext cx="2768100" cy="18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solidFill>
                  <a:schemeClr val="lt2"/>
                </a:solidFill>
                <a:latin typeface="Arimo"/>
                <a:ea typeface="Arimo"/>
                <a:cs typeface="Arimo"/>
                <a:sym typeface="Arimo"/>
              </a:rPr>
              <a:t>Introduce the product to your audience. Convey the value proposition, the reason to buy. </a:t>
            </a:r>
            <a:br>
              <a:rPr lang="en">
                <a:solidFill>
                  <a:schemeClr val="lt2"/>
                </a:solidFill>
                <a:latin typeface="Arimo"/>
                <a:ea typeface="Arimo"/>
                <a:cs typeface="Arimo"/>
                <a:sym typeface="Arimo"/>
              </a:rPr>
            </a:br>
            <a:br>
              <a:rPr lang="en">
                <a:solidFill>
                  <a:schemeClr val="lt2"/>
                </a:solidFill>
                <a:latin typeface="Arimo"/>
                <a:ea typeface="Arimo"/>
                <a:cs typeface="Arimo"/>
                <a:sym typeface="Arimo"/>
              </a:rPr>
            </a:br>
            <a:r>
              <a:rPr lang="en">
                <a:solidFill>
                  <a:schemeClr val="lt2"/>
                </a:solidFill>
                <a:latin typeface="Arimo"/>
                <a:ea typeface="Arimo"/>
                <a:cs typeface="Arimo"/>
                <a:sym typeface="Arimo"/>
              </a:rPr>
              <a:t>Get your audience intrigued and make them lean in. Leave the technical details for later on in the presentation. </a:t>
            </a:r>
            <a:endParaRPr>
              <a:solidFill>
                <a:schemeClr val="lt2"/>
              </a:solidFill>
              <a:latin typeface="Arimo"/>
              <a:ea typeface="Arimo"/>
              <a:cs typeface="Arimo"/>
              <a:sym typeface="Arim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6" name="Shape 586"/>
        <p:cNvGrpSpPr/>
        <p:nvPr/>
      </p:nvGrpSpPr>
      <p:grpSpPr>
        <a:xfrm>
          <a:off x="0" y="0"/>
          <a:ext cx="0" cy="0"/>
          <a:chOff x="0" y="0"/>
          <a:chExt cx="0" cy="0"/>
        </a:xfrm>
      </p:grpSpPr>
      <p:pic>
        <p:nvPicPr>
          <p:cNvPr id="587" name="Google Shape;587;p72"/>
          <p:cNvPicPr preferRelativeResize="0"/>
          <p:nvPr/>
        </p:nvPicPr>
        <p:blipFill rotWithShape="1">
          <a:blip r:embed="rId3">
            <a:alphaModFix amt="10000"/>
          </a:blip>
          <a:srcRect b="19825" l="1070" r="80231" t="14705"/>
          <a:stretch/>
        </p:blipFill>
        <p:spPr>
          <a:xfrm>
            <a:off x="280800" y="1743975"/>
            <a:ext cx="1623600" cy="3039900"/>
          </a:xfrm>
          <a:prstGeom prst="roundRect">
            <a:avLst>
              <a:gd fmla="val 9898" name="adj"/>
            </a:avLst>
          </a:prstGeom>
          <a:noFill/>
          <a:ln>
            <a:noFill/>
          </a:ln>
        </p:spPr>
      </p:pic>
      <p:pic>
        <p:nvPicPr>
          <p:cNvPr id="588" name="Google Shape;588;p72"/>
          <p:cNvPicPr preferRelativeResize="0"/>
          <p:nvPr/>
        </p:nvPicPr>
        <p:blipFill rotWithShape="1">
          <a:blip r:embed="rId3">
            <a:alphaModFix amt="10000"/>
          </a:blip>
          <a:srcRect b="19825" l="1070" r="80231" t="14705"/>
          <a:stretch/>
        </p:blipFill>
        <p:spPr>
          <a:xfrm>
            <a:off x="2018600" y="1743975"/>
            <a:ext cx="1623600" cy="3039900"/>
          </a:xfrm>
          <a:prstGeom prst="roundRect">
            <a:avLst>
              <a:gd fmla="val 9898" name="adj"/>
            </a:avLst>
          </a:prstGeom>
          <a:noFill/>
          <a:ln>
            <a:noFill/>
          </a:ln>
        </p:spPr>
      </p:pic>
      <p:pic>
        <p:nvPicPr>
          <p:cNvPr id="589" name="Google Shape;589;p72"/>
          <p:cNvPicPr preferRelativeResize="0"/>
          <p:nvPr/>
        </p:nvPicPr>
        <p:blipFill rotWithShape="1">
          <a:blip r:embed="rId3">
            <a:alphaModFix amt="10000"/>
          </a:blip>
          <a:srcRect b="19825" l="1070" r="80231" t="14705"/>
          <a:stretch/>
        </p:blipFill>
        <p:spPr>
          <a:xfrm>
            <a:off x="3756400" y="1743975"/>
            <a:ext cx="1623600" cy="3039900"/>
          </a:xfrm>
          <a:prstGeom prst="roundRect">
            <a:avLst>
              <a:gd fmla="val 9898" name="adj"/>
            </a:avLst>
          </a:prstGeom>
          <a:noFill/>
          <a:ln>
            <a:noFill/>
          </a:ln>
        </p:spPr>
      </p:pic>
      <p:pic>
        <p:nvPicPr>
          <p:cNvPr id="590" name="Google Shape;590;p72"/>
          <p:cNvPicPr preferRelativeResize="0"/>
          <p:nvPr/>
        </p:nvPicPr>
        <p:blipFill rotWithShape="1">
          <a:blip r:embed="rId3">
            <a:alphaModFix amt="10000"/>
          </a:blip>
          <a:srcRect b="19825" l="1070" r="80231" t="14705"/>
          <a:stretch/>
        </p:blipFill>
        <p:spPr>
          <a:xfrm>
            <a:off x="5494200" y="1743975"/>
            <a:ext cx="1623600" cy="3039900"/>
          </a:xfrm>
          <a:prstGeom prst="roundRect">
            <a:avLst>
              <a:gd fmla="val 9898" name="adj"/>
            </a:avLst>
          </a:prstGeom>
          <a:noFill/>
          <a:ln>
            <a:noFill/>
          </a:ln>
        </p:spPr>
      </p:pic>
      <p:pic>
        <p:nvPicPr>
          <p:cNvPr id="591" name="Google Shape;591;p72"/>
          <p:cNvPicPr preferRelativeResize="0"/>
          <p:nvPr/>
        </p:nvPicPr>
        <p:blipFill rotWithShape="1">
          <a:blip r:embed="rId3">
            <a:alphaModFix amt="10000"/>
          </a:blip>
          <a:srcRect b="19825" l="1070" r="80231" t="14705"/>
          <a:stretch/>
        </p:blipFill>
        <p:spPr>
          <a:xfrm>
            <a:off x="7232000" y="1743975"/>
            <a:ext cx="1623600" cy="3039900"/>
          </a:xfrm>
          <a:prstGeom prst="roundRect">
            <a:avLst>
              <a:gd fmla="val 9898" name="adj"/>
            </a:avLst>
          </a:prstGeom>
          <a:noFill/>
          <a:ln>
            <a:noFill/>
          </a:ln>
        </p:spPr>
      </p:pic>
      <p:sp>
        <p:nvSpPr>
          <p:cNvPr id="592" name="Google Shape;592;p72"/>
          <p:cNvSpPr/>
          <p:nvPr/>
        </p:nvSpPr>
        <p:spPr>
          <a:xfrm>
            <a:off x="446761"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593" name="Google Shape;593;p72"/>
          <p:cNvSpPr/>
          <p:nvPr/>
        </p:nvSpPr>
        <p:spPr>
          <a:xfrm>
            <a:off x="491620"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grpSp>
        <p:nvGrpSpPr>
          <p:cNvPr id="594" name="Google Shape;594;p72"/>
          <p:cNvGrpSpPr/>
          <p:nvPr/>
        </p:nvGrpSpPr>
        <p:grpSpPr>
          <a:xfrm>
            <a:off x="2196150" y="1919375"/>
            <a:ext cx="514500" cy="514500"/>
            <a:chOff x="2196150" y="1919375"/>
            <a:chExt cx="514500" cy="514500"/>
          </a:xfrm>
        </p:grpSpPr>
        <p:sp>
          <p:nvSpPr>
            <p:cNvPr id="595" name="Google Shape;595;p72"/>
            <p:cNvSpPr/>
            <p:nvPr/>
          </p:nvSpPr>
          <p:spPr>
            <a:xfrm>
              <a:off x="21961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rimo"/>
                <a:ea typeface="Arimo"/>
                <a:cs typeface="Arimo"/>
                <a:sym typeface="Arimo"/>
              </a:endParaRPr>
            </a:p>
          </p:txBody>
        </p:sp>
        <p:sp>
          <p:nvSpPr>
            <p:cNvPr id="596" name="Google Shape;596;p72"/>
            <p:cNvSpPr/>
            <p:nvPr/>
          </p:nvSpPr>
          <p:spPr>
            <a:xfrm>
              <a:off x="22410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grpSp>
      <p:grpSp>
        <p:nvGrpSpPr>
          <p:cNvPr id="597" name="Google Shape;597;p72"/>
          <p:cNvGrpSpPr/>
          <p:nvPr/>
        </p:nvGrpSpPr>
        <p:grpSpPr>
          <a:xfrm>
            <a:off x="3936800" y="1919375"/>
            <a:ext cx="514500" cy="514500"/>
            <a:chOff x="3936800" y="1919375"/>
            <a:chExt cx="514500" cy="514500"/>
          </a:xfrm>
        </p:grpSpPr>
        <p:sp>
          <p:nvSpPr>
            <p:cNvPr id="598" name="Google Shape;598;p72"/>
            <p:cNvSpPr/>
            <p:nvPr/>
          </p:nvSpPr>
          <p:spPr>
            <a:xfrm>
              <a:off x="39368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599" name="Google Shape;599;p72"/>
            <p:cNvSpPr/>
            <p:nvPr/>
          </p:nvSpPr>
          <p:spPr>
            <a:xfrm>
              <a:off x="39816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grpSp>
      <p:grpSp>
        <p:nvGrpSpPr>
          <p:cNvPr id="600" name="Google Shape;600;p72"/>
          <p:cNvGrpSpPr/>
          <p:nvPr/>
        </p:nvGrpSpPr>
        <p:grpSpPr>
          <a:xfrm>
            <a:off x="5677450" y="1919375"/>
            <a:ext cx="514500" cy="514500"/>
            <a:chOff x="5677450" y="1919375"/>
            <a:chExt cx="514500" cy="514500"/>
          </a:xfrm>
        </p:grpSpPr>
        <p:sp>
          <p:nvSpPr>
            <p:cNvPr id="601" name="Google Shape;601;p72"/>
            <p:cNvSpPr/>
            <p:nvPr/>
          </p:nvSpPr>
          <p:spPr>
            <a:xfrm>
              <a:off x="567745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602" name="Google Shape;602;p72"/>
            <p:cNvSpPr/>
            <p:nvPr/>
          </p:nvSpPr>
          <p:spPr>
            <a:xfrm>
              <a:off x="572230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grpSp>
      <p:grpSp>
        <p:nvGrpSpPr>
          <p:cNvPr id="603" name="Google Shape;603;p72"/>
          <p:cNvGrpSpPr/>
          <p:nvPr/>
        </p:nvGrpSpPr>
        <p:grpSpPr>
          <a:xfrm>
            <a:off x="7418100" y="1919375"/>
            <a:ext cx="514500" cy="514500"/>
            <a:chOff x="7418100" y="1919375"/>
            <a:chExt cx="514500" cy="514500"/>
          </a:xfrm>
        </p:grpSpPr>
        <p:sp>
          <p:nvSpPr>
            <p:cNvPr id="604" name="Google Shape;604;p72"/>
            <p:cNvSpPr/>
            <p:nvPr/>
          </p:nvSpPr>
          <p:spPr>
            <a:xfrm>
              <a:off x="7418100" y="19193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Arimo"/>
                <a:ea typeface="Arimo"/>
                <a:cs typeface="Arimo"/>
                <a:sym typeface="Arimo"/>
              </a:endParaRPr>
            </a:p>
          </p:txBody>
        </p:sp>
        <p:sp>
          <p:nvSpPr>
            <p:cNvPr id="605" name="Google Shape;605;p72"/>
            <p:cNvSpPr/>
            <p:nvPr/>
          </p:nvSpPr>
          <p:spPr>
            <a:xfrm>
              <a:off x="7462959" y="1964234"/>
              <a:ext cx="424800" cy="424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5</a:t>
              </a:r>
              <a:endParaRPr sz="1800">
                <a:solidFill>
                  <a:schemeClr val="dk1"/>
                </a:solidFill>
                <a:latin typeface="Arimo"/>
                <a:ea typeface="Arimo"/>
                <a:cs typeface="Arimo"/>
                <a:sym typeface="Arimo"/>
              </a:endParaRPr>
            </a:p>
          </p:txBody>
        </p:sp>
      </p:grpSp>
      <p:sp>
        <p:nvSpPr>
          <p:cNvPr id="606" name="Google Shape;606;p72"/>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Key capabilities</a:t>
            </a:r>
            <a:endParaRPr/>
          </a:p>
        </p:txBody>
      </p:sp>
      <p:sp>
        <p:nvSpPr>
          <p:cNvPr id="607" name="Google Shape;607;p72"/>
          <p:cNvSpPr txBox="1"/>
          <p:nvPr>
            <p:ph idx="1" type="subTitle"/>
          </p:nvPr>
        </p:nvSpPr>
        <p:spPr>
          <a:xfrm>
            <a:off x="421311"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Feature 1</a:t>
            </a:r>
            <a:endParaRPr/>
          </a:p>
        </p:txBody>
      </p:sp>
      <p:sp>
        <p:nvSpPr>
          <p:cNvPr id="608" name="Google Shape;608;p72"/>
          <p:cNvSpPr txBox="1"/>
          <p:nvPr>
            <p:ph idx="2" type="subTitle"/>
          </p:nvPr>
        </p:nvSpPr>
        <p:spPr>
          <a:xfrm>
            <a:off x="2167325"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Feature 2</a:t>
            </a:r>
            <a:endParaRPr/>
          </a:p>
        </p:txBody>
      </p:sp>
      <p:sp>
        <p:nvSpPr>
          <p:cNvPr id="609" name="Google Shape;609;p72"/>
          <p:cNvSpPr txBox="1"/>
          <p:nvPr>
            <p:ph idx="3" type="subTitle"/>
          </p:nvPr>
        </p:nvSpPr>
        <p:spPr>
          <a:xfrm>
            <a:off x="390547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Feature 3</a:t>
            </a:r>
            <a:endParaRPr/>
          </a:p>
        </p:txBody>
      </p:sp>
      <p:sp>
        <p:nvSpPr>
          <p:cNvPr id="610" name="Google Shape;610;p72"/>
          <p:cNvSpPr txBox="1"/>
          <p:nvPr>
            <p:ph idx="4" type="subTitle"/>
          </p:nvPr>
        </p:nvSpPr>
        <p:spPr>
          <a:xfrm>
            <a:off x="5652384"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Feature 4</a:t>
            </a:r>
            <a:endParaRPr/>
          </a:p>
        </p:txBody>
      </p:sp>
      <p:sp>
        <p:nvSpPr>
          <p:cNvPr id="611" name="Google Shape;611;p72"/>
          <p:cNvSpPr txBox="1"/>
          <p:nvPr>
            <p:ph idx="5" type="subTitle"/>
          </p:nvPr>
        </p:nvSpPr>
        <p:spPr>
          <a:xfrm>
            <a:off x="7392630" y="2908400"/>
            <a:ext cx="1337400" cy="3909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Feature 5</a:t>
            </a:r>
            <a:endParaRPr/>
          </a:p>
        </p:txBody>
      </p:sp>
      <p:sp>
        <p:nvSpPr>
          <p:cNvPr id="612" name="Google Shape;612;p72"/>
          <p:cNvSpPr txBox="1"/>
          <p:nvPr>
            <p:ph idx="6" type="body"/>
          </p:nvPr>
        </p:nvSpPr>
        <p:spPr>
          <a:xfrm>
            <a:off x="421311"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Explain what your product does. Give your audience an overview of the main features or capabilities. </a:t>
            </a:r>
            <a:endParaRPr/>
          </a:p>
        </p:txBody>
      </p:sp>
      <p:sp>
        <p:nvSpPr>
          <p:cNvPr id="613" name="Google Shape;613;p72"/>
          <p:cNvSpPr txBox="1"/>
          <p:nvPr>
            <p:ph idx="7" type="body"/>
          </p:nvPr>
        </p:nvSpPr>
        <p:spPr>
          <a:xfrm>
            <a:off x="2167325"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Mention another feature. Think about what your audience might find uniquely interesting about your product. </a:t>
            </a:r>
            <a:endParaRPr/>
          </a:p>
        </p:txBody>
      </p:sp>
      <p:sp>
        <p:nvSpPr>
          <p:cNvPr id="614" name="Google Shape;614;p72"/>
          <p:cNvSpPr txBox="1"/>
          <p:nvPr>
            <p:ph idx="8" type="body"/>
          </p:nvPr>
        </p:nvSpPr>
        <p:spPr>
          <a:xfrm>
            <a:off x="3903300"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Mention another feature. Explain how it helps users. What concrete, everyday benefit does it provide? </a:t>
            </a:r>
            <a:endParaRPr/>
          </a:p>
        </p:txBody>
      </p:sp>
      <p:sp>
        <p:nvSpPr>
          <p:cNvPr id="615" name="Google Shape;615;p72"/>
          <p:cNvSpPr txBox="1"/>
          <p:nvPr>
            <p:ph idx="9" type="body"/>
          </p:nvPr>
        </p:nvSpPr>
        <p:spPr>
          <a:xfrm>
            <a:off x="5648625" y="3433000"/>
            <a:ext cx="1337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You can list everything your product does. But you might want to focus on what is newest, most impressive, etc.</a:t>
            </a:r>
            <a:endParaRPr/>
          </a:p>
        </p:txBody>
      </p:sp>
      <p:sp>
        <p:nvSpPr>
          <p:cNvPr id="616" name="Google Shape;616;p72"/>
          <p:cNvSpPr txBox="1"/>
          <p:nvPr>
            <p:ph idx="13" type="body"/>
          </p:nvPr>
        </p:nvSpPr>
        <p:spPr>
          <a:xfrm>
            <a:off x="7385291" y="3433000"/>
            <a:ext cx="1337400" cy="877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lt1"/>
              </a:buClr>
              <a:buSzPts val="1100"/>
              <a:buFont typeface="Arial"/>
              <a:buNone/>
            </a:pPr>
            <a:r>
              <a:rPr lang="en"/>
              <a:t>Add as many features or capabilities as you want. You can duplicate this slide if you need more space. </a:t>
            </a:r>
            <a:endParaRPr/>
          </a:p>
        </p:txBody>
      </p:sp>
      <p:sp>
        <p:nvSpPr>
          <p:cNvPr id="617" name="Google Shape;617;p72"/>
          <p:cNvSpPr txBox="1"/>
          <p:nvPr>
            <p:ph idx="14"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618" name="Google Shape;618;p72"/>
          <p:cNvSpPr txBox="1"/>
          <p:nvPr>
            <p:ph idx="15"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619" name="Google Shape;619;p7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3" name="Shape 623"/>
        <p:cNvGrpSpPr/>
        <p:nvPr/>
      </p:nvGrpSpPr>
      <p:grpSpPr>
        <a:xfrm>
          <a:off x="0" y="0"/>
          <a:ext cx="0" cy="0"/>
          <a:chOff x="0" y="0"/>
          <a:chExt cx="0" cy="0"/>
        </a:xfrm>
      </p:grpSpPr>
      <p:pic>
        <p:nvPicPr>
          <p:cNvPr descr="An extreme close-up of sweating skin. " id="624" name="Google Shape;624;p73"/>
          <p:cNvPicPr preferRelativeResize="0"/>
          <p:nvPr>
            <p:ph idx="2" type="pic"/>
          </p:nvPr>
        </p:nvPicPr>
        <p:blipFill rotWithShape="1">
          <a:blip r:embed="rId3">
            <a:alphaModFix/>
          </a:blip>
          <a:srcRect b="18842" l="0" r="0" t="18849"/>
          <a:stretch/>
        </p:blipFill>
        <p:spPr>
          <a:xfrm>
            <a:off x="3910200" y="3408075"/>
            <a:ext cx="3486300" cy="1447800"/>
          </a:xfrm>
          <a:prstGeom prst="roundRect">
            <a:avLst>
              <a:gd fmla="val 16667" name="adj"/>
            </a:avLst>
          </a:prstGeom>
        </p:spPr>
      </p:pic>
      <p:pic>
        <p:nvPicPr>
          <p:cNvPr descr="A woman listens to her headphones while holding one of the ear cups. " id="625" name="Google Shape;625;p73"/>
          <p:cNvPicPr preferRelativeResize="0"/>
          <p:nvPr>
            <p:ph idx="5" type="pic"/>
          </p:nvPr>
        </p:nvPicPr>
        <p:blipFill rotWithShape="1">
          <a:blip r:embed="rId4">
            <a:alphaModFix/>
          </a:blip>
          <a:srcRect b="6360" l="8801" r="8793" t="1728"/>
          <a:stretch/>
        </p:blipFill>
        <p:spPr>
          <a:xfrm>
            <a:off x="6883575" y="399550"/>
            <a:ext cx="1866000" cy="2775000"/>
          </a:xfrm>
          <a:prstGeom prst="roundRect">
            <a:avLst>
              <a:gd fmla="val 16667" name="adj"/>
            </a:avLst>
          </a:prstGeom>
        </p:spPr>
      </p:pic>
      <p:sp>
        <p:nvSpPr>
          <p:cNvPr id="626" name="Google Shape;626;p73"/>
          <p:cNvSpPr/>
          <p:nvPr/>
        </p:nvSpPr>
        <p:spPr>
          <a:xfrm rot="-5400000">
            <a:off x="5559325" y="2067175"/>
            <a:ext cx="563400" cy="8277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sp>
        <p:nvSpPr>
          <p:cNvPr id="627" name="Google Shape;627;p73"/>
          <p:cNvSpPr txBox="1"/>
          <p:nvPr>
            <p:ph idx="9" type="subTitle"/>
          </p:nvPr>
        </p:nvSpPr>
        <p:spPr>
          <a:xfrm>
            <a:off x="3910200" y="3779175"/>
            <a:ext cx="3486300" cy="705600"/>
          </a:xfrm>
          <a:prstGeom prst="rect">
            <a:avLst/>
          </a:prstGeom>
        </p:spPr>
        <p:txBody>
          <a:bodyPr anchorCtr="0" anchor="ctr" bIns="0" lIns="91425" spcFirstLastPara="1" rIns="91425" wrap="square" tIns="0">
            <a:noAutofit/>
          </a:bodyPr>
          <a:lstStyle/>
          <a:p>
            <a:pPr indent="0" lvl="0" marL="0" rtl="0" algn="ctr">
              <a:spcBef>
                <a:spcPts val="0"/>
              </a:spcBef>
              <a:spcAft>
                <a:spcPts val="0"/>
              </a:spcAft>
              <a:buNone/>
            </a:pPr>
            <a:r>
              <a:rPr lang="en" sz="2500"/>
              <a:t>A hero feature</a:t>
            </a:r>
            <a:endParaRPr sz="2500"/>
          </a:p>
        </p:txBody>
      </p:sp>
      <p:pic>
        <p:nvPicPr>
          <p:cNvPr descr="A man puts on a pair of white headphones. " id="628" name="Google Shape;628;p73"/>
          <p:cNvPicPr preferRelativeResize="0"/>
          <p:nvPr>
            <p:ph idx="3" type="pic"/>
          </p:nvPr>
        </p:nvPicPr>
        <p:blipFill rotWithShape="1">
          <a:blip r:embed="rId5">
            <a:alphaModFix/>
          </a:blip>
          <a:srcRect b="0" l="18366" r="39665" t="31380"/>
          <a:stretch/>
        </p:blipFill>
        <p:spPr>
          <a:xfrm>
            <a:off x="277500" y="277500"/>
            <a:ext cx="2765700" cy="3013800"/>
          </a:xfrm>
          <a:prstGeom prst="roundRect">
            <a:avLst>
              <a:gd fmla="val 16667" name="adj"/>
            </a:avLst>
          </a:prstGeom>
        </p:spPr>
      </p:pic>
      <p:cxnSp>
        <p:nvCxnSpPr>
          <p:cNvPr id="629" name="Google Shape;629;p73"/>
          <p:cNvCxnSpPr>
            <a:stCxn id="630" idx="1"/>
            <a:endCxn id="630" idx="3"/>
          </p:cNvCxnSpPr>
          <p:nvPr/>
        </p:nvCxnSpPr>
        <p:spPr>
          <a:xfrm>
            <a:off x="3161225" y="2566500"/>
            <a:ext cx="2018700" cy="0"/>
          </a:xfrm>
          <a:prstGeom prst="straightConnector1">
            <a:avLst/>
          </a:prstGeom>
          <a:noFill/>
          <a:ln cap="flat" cmpd="sng" w="9525">
            <a:solidFill>
              <a:schemeClr val="accent3"/>
            </a:solidFill>
            <a:prstDash val="solid"/>
            <a:round/>
            <a:headEnd len="med" w="med" type="none"/>
            <a:tailEnd len="med" w="med" type="none"/>
          </a:ln>
        </p:spPr>
      </p:cxnSp>
      <p:sp>
        <p:nvSpPr>
          <p:cNvPr id="631" name="Google Shape;631;p73"/>
          <p:cNvSpPr txBox="1"/>
          <p:nvPr/>
        </p:nvSpPr>
        <p:spPr>
          <a:xfrm>
            <a:off x="394500" y="3917275"/>
            <a:ext cx="2648700" cy="821400"/>
          </a:xfrm>
          <a:prstGeom prst="rect">
            <a:avLst/>
          </a:prstGeom>
          <a:noFill/>
          <a:ln>
            <a:noFill/>
          </a:ln>
        </p:spPr>
        <p:txBody>
          <a:bodyPr anchorCtr="0" anchor="b" bIns="182875" lIns="182875" spcFirstLastPara="1" rIns="91425" wrap="square" tIns="91425">
            <a:noAutofit/>
          </a:bodyPr>
          <a:lstStyle/>
          <a:p>
            <a:pPr indent="0" lvl="0" marL="0" rtl="0" algn="l">
              <a:lnSpc>
                <a:spcPct val="90000"/>
              </a:lnSpc>
              <a:spcBef>
                <a:spcPts val="0"/>
              </a:spcBef>
              <a:spcAft>
                <a:spcPts val="0"/>
              </a:spcAft>
              <a:buClr>
                <a:schemeClr val="lt1"/>
              </a:buClr>
              <a:buSzPts val="1100"/>
              <a:buFont typeface="Arial"/>
              <a:buNone/>
            </a:pPr>
            <a:r>
              <a:rPr lang="en" sz="1500">
                <a:solidFill>
                  <a:schemeClr val="lt2"/>
                </a:solidFill>
                <a:latin typeface="Arimo"/>
                <a:ea typeface="Arimo"/>
                <a:cs typeface="Arimo"/>
                <a:sym typeface="Arimo"/>
              </a:rPr>
              <a:t>A tantalizing line</a:t>
            </a:r>
            <a:endParaRPr sz="1500">
              <a:solidFill>
                <a:schemeClr val="lt2"/>
              </a:solidFill>
              <a:latin typeface="Arimo"/>
              <a:ea typeface="Arimo"/>
              <a:cs typeface="Arimo"/>
              <a:sym typeface="Arimo"/>
            </a:endParaRPr>
          </a:p>
          <a:p>
            <a:pPr indent="0" lvl="0" marL="0" rtl="0" algn="l">
              <a:lnSpc>
                <a:spcPct val="90000"/>
              </a:lnSpc>
              <a:spcBef>
                <a:spcPts val="0"/>
              </a:spcBef>
              <a:spcAft>
                <a:spcPts val="0"/>
              </a:spcAft>
              <a:buNone/>
            </a:pPr>
            <a:r>
              <a:rPr lang="en" sz="1500">
                <a:solidFill>
                  <a:schemeClr val="lt2"/>
                </a:solidFill>
                <a:latin typeface="Arimo"/>
                <a:ea typeface="Arimo"/>
                <a:cs typeface="Arimo"/>
                <a:sym typeface="Arimo"/>
              </a:rPr>
              <a:t>about your product</a:t>
            </a:r>
            <a:endParaRPr sz="1500">
              <a:solidFill>
                <a:schemeClr val="lt2"/>
              </a:solidFill>
              <a:latin typeface="Arimo"/>
              <a:ea typeface="Arimo"/>
              <a:cs typeface="Arimo"/>
              <a:sym typeface="Arimo"/>
            </a:endParaRPr>
          </a:p>
        </p:txBody>
      </p:sp>
      <p:pic>
        <p:nvPicPr>
          <p:cNvPr descr="An extreme close up of the metallic sheen of a pair of headphones. " id="632" name="Google Shape;632;p73"/>
          <p:cNvPicPr preferRelativeResize="0"/>
          <p:nvPr>
            <p:ph idx="4" type="pic"/>
          </p:nvPr>
        </p:nvPicPr>
        <p:blipFill rotWithShape="1">
          <a:blip r:embed="rId6">
            <a:alphaModFix/>
          </a:blip>
          <a:srcRect b="33140" l="49462" r="30913" t="35319"/>
          <a:stretch/>
        </p:blipFill>
        <p:spPr>
          <a:xfrm>
            <a:off x="3161225" y="277500"/>
            <a:ext cx="1350600" cy="1447800"/>
          </a:xfrm>
          <a:prstGeom prst="roundRect">
            <a:avLst>
              <a:gd fmla="val 16667" name="adj"/>
            </a:avLst>
          </a:prstGeom>
        </p:spPr>
      </p:pic>
      <p:pic>
        <p:nvPicPr>
          <p:cNvPr descr="A close up of black headphones. " id="633" name="Google Shape;633;p73"/>
          <p:cNvPicPr preferRelativeResize="0"/>
          <p:nvPr>
            <p:ph idx="6" type="pic"/>
          </p:nvPr>
        </p:nvPicPr>
        <p:blipFill rotWithShape="1">
          <a:blip r:embed="rId7">
            <a:alphaModFix/>
          </a:blip>
          <a:srcRect b="0" l="1897" r="45416" t="43519"/>
          <a:stretch/>
        </p:blipFill>
        <p:spPr>
          <a:xfrm>
            <a:off x="7516025" y="3407700"/>
            <a:ext cx="1350600" cy="1447800"/>
          </a:xfrm>
          <a:prstGeom prst="roundRect">
            <a:avLst>
              <a:gd fmla="val 16667" name="adj"/>
            </a:avLst>
          </a:prstGeom>
        </p:spPr>
      </p:pic>
      <p:pic>
        <p:nvPicPr>
          <p:cNvPr descr="A man listens to music on his headphones. " id="634" name="Google Shape;634;p73"/>
          <p:cNvPicPr preferRelativeResize="0"/>
          <p:nvPr>
            <p:ph idx="7" type="pic"/>
          </p:nvPr>
        </p:nvPicPr>
        <p:blipFill rotWithShape="1">
          <a:blip r:embed="rId8">
            <a:alphaModFix/>
          </a:blip>
          <a:srcRect b="28539" l="0" r="16332" t="24806"/>
          <a:stretch/>
        </p:blipFill>
        <p:spPr>
          <a:xfrm>
            <a:off x="394425" y="3528475"/>
            <a:ext cx="3279600" cy="1218900"/>
          </a:xfrm>
          <a:prstGeom prst="roundRect">
            <a:avLst>
              <a:gd fmla="val 16667" name="adj"/>
            </a:avLst>
          </a:prstGeom>
        </p:spPr>
      </p:pic>
      <p:sp>
        <p:nvSpPr>
          <p:cNvPr id="635" name="Google Shape;635;p73"/>
          <p:cNvSpPr txBox="1"/>
          <p:nvPr>
            <p:ph idx="1" type="subTitle"/>
          </p:nvPr>
        </p:nvSpPr>
        <p:spPr>
          <a:xfrm>
            <a:off x="394425" y="4055150"/>
            <a:ext cx="3279600" cy="573600"/>
          </a:xfrm>
          <a:prstGeom prst="rect">
            <a:avLst/>
          </a:prstGeom>
        </p:spPr>
        <p:txBody>
          <a:bodyPr anchorCtr="0" anchor="b" bIns="0" lIns="91425" spcFirstLastPara="1" rIns="91425" wrap="square" tIns="0">
            <a:noAutofit/>
          </a:bodyPr>
          <a:lstStyle/>
          <a:p>
            <a:pPr indent="0" lvl="0" marL="0" rtl="0" algn="l">
              <a:spcBef>
                <a:spcPts val="0"/>
              </a:spcBef>
              <a:spcAft>
                <a:spcPts val="0"/>
              </a:spcAft>
              <a:buClr>
                <a:schemeClr val="lt1"/>
              </a:buClr>
              <a:buSzPts val="1100"/>
              <a:buFont typeface="Arial"/>
              <a:buNone/>
            </a:pPr>
            <a:r>
              <a:rPr lang="en" sz="1500"/>
              <a:t>A tantalizing line</a:t>
            </a:r>
            <a:endParaRPr sz="1500"/>
          </a:p>
          <a:p>
            <a:pPr indent="0" lvl="0" marL="0" rtl="0" algn="l">
              <a:spcBef>
                <a:spcPts val="0"/>
              </a:spcBef>
              <a:spcAft>
                <a:spcPts val="0"/>
              </a:spcAft>
              <a:buNone/>
            </a:pPr>
            <a:r>
              <a:rPr lang="en" sz="1500"/>
              <a:t>about your product</a:t>
            </a:r>
            <a:endParaRPr sz="1500"/>
          </a:p>
        </p:txBody>
      </p:sp>
      <p:sp>
        <p:nvSpPr>
          <p:cNvPr id="636" name="Google Shape;636;p73"/>
          <p:cNvSpPr txBox="1"/>
          <p:nvPr>
            <p:ph idx="14" type="subTitle"/>
          </p:nvPr>
        </p:nvSpPr>
        <p:spPr>
          <a:xfrm>
            <a:off x="4629850" y="694401"/>
            <a:ext cx="2018700" cy="566700"/>
          </a:xfrm>
          <a:prstGeom prst="rect">
            <a:avLst/>
          </a:prstGeom>
        </p:spPr>
        <p:txBody>
          <a:bodyPr anchorCtr="0" anchor="ctr" bIns="0" lIns="91425" spcFirstLastPara="1" rIns="91425" wrap="square" tIns="0">
            <a:noAutofit/>
          </a:bodyPr>
          <a:lstStyle/>
          <a:p>
            <a:pPr indent="0" lvl="0" marL="0" rtl="0" algn="ctr">
              <a:spcBef>
                <a:spcPts val="0"/>
              </a:spcBef>
              <a:spcAft>
                <a:spcPts val="0"/>
              </a:spcAft>
              <a:buNone/>
            </a:pPr>
            <a:r>
              <a:rPr lang="en">
                <a:solidFill>
                  <a:schemeClr val="lt1"/>
                </a:solidFill>
              </a:rPr>
              <a:t>An action verb</a:t>
            </a:r>
            <a:endParaRPr>
              <a:solidFill>
                <a:schemeClr val="lt1"/>
              </a:solidFill>
            </a:endParaRPr>
          </a:p>
        </p:txBody>
      </p:sp>
      <p:sp>
        <p:nvSpPr>
          <p:cNvPr id="637" name="Google Shape;637;p73"/>
          <p:cNvSpPr txBox="1"/>
          <p:nvPr>
            <p:ph idx="15" type="subTitle"/>
          </p:nvPr>
        </p:nvSpPr>
        <p:spPr>
          <a:xfrm>
            <a:off x="4629900" y="1390480"/>
            <a:ext cx="2018700" cy="224100"/>
          </a:xfrm>
          <a:prstGeom prst="rect">
            <a:avLst/>
          </a:prstGeom>
        </p:spPr>
        <p:txBody>
          <a:bodyPr anchorCtr="0" anchor="b" bIns="0" lIns="91425" spcFirstLastPara="1" rIns="91425" wrap="square" tIns="0">
            <a:noAutofit/>
          </a:bodyPr>
          <a:lstStyle/>
          <a:p>
            <a:pPr indent="0" lvl="0" marL="0" rtl="0" algn="ctr">
              <a:spcBef>
                <a:spcPts val="0"/>
              </a:spcBef>
              <a:spcAft>
                <a:spcPts val="0"/>
              </a:spcAft>
              <a:buNone/>
            </a:pPr>
            <a:r>
              <a:rPr lang="en" u="none"/>
              <a:t>Feature name</a:t>
            </a:r>
            <a:endParaRPr u="none"/>
          </a:p>
        </p:txBody>
      </p:sp>
      <p:sp>
        <p:nvSpPr>
          <p:cNvPr id="638" name="Google Shape;638;p73"/>
          <p:cNvSpPr txBox="1"/>
          <p:nvPr>
            <p:ph idx="16" type="subTitle"/>
          </p:nvPr>
        </p:nvSpPr>
        <p:spPr>
          <a:xfrm>
            <a:off x="3596775" y="2292000"/>
            <a:ext cx="1507500" cy="2241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sz="800"/>
              <a:t>Metric description</a:t>
            </a:r>
            <a:endParaRPr sz="800"/>
          </a:p>
        </p:txBody>
      </p:sp>
      <p:sp>
        <p:nvSpPr>
          <p:cNvPr id="639" name="Google Shape;639;p73"/>
          <p:cNvSpPr txBox="1"/>
          <p:nvPr>
            <p:ph idx="17" type="subTitle"/>
          </p:nvPr>
        </p:nvSpPr>
        <p:spPr>
          <a:xfrm>
            <a:off x="3596775" y="2997350"/>
            <a:ext cx="1507500" cy="2241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sz="800"/>
              <a:t>Metric description</a:t>
            </a:r>
            <a:endParaRPr sz="800"/>
          </a:p>
        </p:txBody>
      </p:sp>
      <p:sp>
        <p:nvSpPr>
          <p:cNvPr id="640" name="Google Shape;640;p73"/>
          <p:cNvSpPr txBox="1"/>
          <p:nvPr>
            <p:ph idx="18" type="subTitle"/>
          </p:nvPr>
        </p:nvSpPr>
        <p:spPr>
          <a:xfrm>
            <a:off x="3596675" y="1934500"/>
            <a:ext cx="1507500" cy="3576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00</a:t>
            </a:r>
            <a:endParaRPr/>
          </a:p>
        </p:txBody>
      </p:sp>
      <p:sp>
        <p:nvSpPr>
          <p:cNvPr id="641" name="Google Shape;641;p73"/>
          <p:cNvSpPr txBox="1"/>
          <p:nvPr>
            <p:ph idx="19" type="subTitle"/>
          </p:nvPr>
        </p:nvSpPr>
        <p:spPr>
          <a:xfrm>
            <a:off x="3596775" y="2618213"/>
            <a:ext cx="1507500" cy="3576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00</a:t>
            </a:r>
            <a:endParaRPr/>
          </a:p>
        </p:txBody>
      </p:sp>
      <p:sp>
        <p:nvSpPr>
          <p:cNvPr id="642" name="Google Shape;642;p73"/>
          <p:cNvSpPr txBox="1"/>
          <p:nvPr>
            <p:ph idx="20" type="subTitle"/>
          </p:nvPr>
        </p:nvSpPr>
        <p:spPr>
          <a:xfrm>
            <a:off x="5297950" y="2885600"/>
            <a:ext cx="1350600" cy="288900"/>
          </a:xfrm>
          <a:prstGeom prst="rect">
            <a:avLst/>
          </a:prstGeom>
        </p:spPr>
        <p:txBody>
          <a:bodyPr anchorCtr="0" anchor="ctr" bIns="0" lIns="91425" spcFirstLastPara="1" rIns="91425" wrap="square" tIns="0">
            <a:noAutofit/>
          </a:bodyPr>
          <a:lstStyle/>
          <a:p>
            <a:pPr indent="0" lvl="0" marL="0" rtl="0" algn="ctr">
              <a:spcBef>
                <a:spcPts val="0"/>
              </a:spcBef>
              <a:spcAft>
                <a:spcPts val="0"/>
              </a:spcAft>
              <a:buNone/>
            </a:pPr>
            <a:r>
              <a:rPr lang="en" u="none"/>
              <a:t>Metric description</a:t>
            </a:r>
            <a:endParaRPr u="none"/>
          </a:p>
        </p:txBody>
      </p:sp>
      <p:sp>
        <p:nvSpPr>
          <p:cNvPr id="643" name="Google Shape;643;p7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descr="An icon of someone speaking. " id="644" name="Google Shape;644;p73"/>
          <p:cNvPicPr preferRelativeResize="0"/>
          <p:nvPr/>
        </p:nvPicPr>
        <p:blipFill>
          <a:blip r:embed="rId9">
            <a:alphaModFix/>
          </a:blip>
          <a:stretch>
            <a:fillRect/>
          </a:stretch>
        </p:blipFill>
        <p:spPr>
          <a:xfrm>
            <a:off x="3313463" y="2752750"/>
            <a:ext cx="193501" cy="158276"/>
          </a:xfrm>
          <a:prstGeom prst="rect">
            <a:avLst/>
          </a:prstGeom>
          <a:noFill/>
          <a:ln>
            <a:noFill/>
          </a:ln>
        </p:spPr>
      </p:pic>
      <p:pic>
        <p:nvPicPr>
          <p:cNvPr descr="A clock icon." id="645" name="Google Shape;645;p73"/>
          <p:cNvPicPr preferRelativeResize="0"/>
          <p:nvPr/>
        </p:nvPicPr>
        <p:blipFill>
          <a:blip r:embed="rId10">
            <a:alphaModFix/>
          </a:blip>
          <a:stretch>
            <a:fillRect/>
          </a:stretch>
        </p:blipFill>
        <p:spPr>
          <a:xfrm>
            <a:off x="3175875" y="1911546"/>
            <a:ext cx="468700" cy="468700"/>
          </a:xfrm>
          <a:prstGeom prst="rect">
            <a:avLst/>
          </a:prstGeom>
          <a:noFill/>
          <a:ln>
            <a:noFill/>
          </a:ln>
        </p:spPr>
      </p:pic>
      <p:sp>
        <p:nvSpPr>
          <p:cNvPr id="646" name="Google Shape;646;p73"/>
          <p:cNvSpPr txBox="1"/>
          <p:nvPr>
            <p:ph idx="21" type="subTitle"/>
          </p:nvPr>
        </p:nvSpPr>
        <p:spPr>
          <a:xfrm>
            <a:off x="5426775" y="2214775"/>
            <a:ext cx="1092900" cy="566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XX</a:t>
            </a:r>
            <a:endParaRPr/>
          </a:p>
        </p:txBody>
      </p:sp>
      <p:pic>
        <p:nvPicPr>
          <p:cNvPr descr="Heart icon." id="647" name="Google Shape;647;p73"/>
          <p:cNvPicPr preferRelativeResize="0"/>
          <p:nvPr/>
        </p:nvPicPr>
        <p:blipFill>
          <a:blip r:embed="rId11">
            <a:alphaModFix/>
          </a:blip>
          <a:stretch>
            <a:fillRect/>
          </a:stretch>
        </p:blipFill>
        <p:spPr>
          <a:xfrm>
            <a:off x="4692050" y="296237"/>
            <a:ext cx="425774" cy="425774"/>
          </a:xfrm>
          <a:prstGeom prst="rect">
            <a:avLst/>
          </a:prstGeom>
          <a:noFill/>
          <a:ln>
            <a:noFill/>
          </a:ln>
        </p:spPr>
      </p:pic>
      <p:pic>
        <p:nvPicPr>
          <p:cNvPr descr="Vibration sound icon." id="648" name="Google Shape;648;p73"/>
          <p:cNvPicPr preferRelativeResize="0"/>
          <p:nvPr/>
        </p:nvPicPr>
        <p:blipFill>
          <a:blip r:embed="rId12">
            <a:alphaModFix/>
          </a:blip>
          <a:stretch>
            <a:fillRect/>
          </a:stretch>
        </p:blipFill>
        <p:spPr>
          <a:xfrm>
            <a:off x="4973450" y="364661"/>
            <a:ext cx="288901" cy="288901"/>
          </a:xfrm>
          <a:prstGeom prst="rect">
            <a:avLst/>
          </a:prstGeom>
          <a:noFill/>
          <a:ln>
            <a:noFill/>
          </a:ln>
        </p:spPr>
      </p:pic>
      <p:sp>
        <p:nvSpPr>
          <p:cNvPr id="649" name="Google Shape;649;p73"/>
          <p:cNvSpPr txBox="1"/>
          <p:nvPr>
            <p:ph idx="8" type="subTitle"/>
          </p:nvPr>
        </p:nvSpPr>
        <p:spPr>
          <a:xfrm>
            <a:off x="6883575" y="605875"/>
            <a:ext cx="1866000" cy="573600"/>
          </a:xfrm>
          <a:prstGeom prst="rect">
            <a:avLst/>
          </a:prstGeom>
        </p:spPr>
        <p:txBody>
          <a:bodyPr anchorCtr="0" anchor="ctr" bIns="0" lIns="91425" spcFirstLastPara="1" rIns="91425" wrap="square" tIns="0">
            <a:noAutofit/>
          </a:bodyPr>
          <a:lstStyle/>
          <a:p>
            <a:pPr indent="0" lvl="0" marL="0" rtl="0" algn="ctr">
              <a:spcBef>
                <a:spcPts val="0"/>
              </a:spcBef>
              <a:spcAft>
                <a:spcPts val="0"/>
              </a:spcAft>
              <a:buNone/>
            </a:pPr>
            <a:r>
              <a:rPr lang="en"/>
              <a:t>A word about the user experience</a:t>
            </a:r>
            <a:endParaRPr/>
          </a:p>
        </p:txBody>
      </p:sp>
      <p:sp>
        <p:nvSpPr>
          <p:cNvPr id="650" name="Google Shape;650;p73"/>
          <p:cNvSpPr txBox="1"/>
          <p:nvPr>
            <p:ph idx="13" type="subTitle"/>
          </p:nvPr>
        </p:nvSpPr>
        <p:spPr>
          <a:xfrm>
            <a:off x="291075" y="2571750"/>
            <a:ext cx="2765700" cy="705600"/>
          </a:xfrm>
          <a:prstGeom prst="rect">
            <a:avLst/>
          </a:prstGeom>
        </p:spPr>
        <p:txBody>
          <a:bodyPr anchorCtr="0" anchor="b" bIns="0" lIns="91425" spcFirstLastPara="1" rIns="91425" wrap="square" tIns="0">
            <a:noAutofit/>
          </a:bodyPr>
          <a:lstStyle/>
          <a:p>
            <a:pPr indent="0" lvl="0" marL="0" rtl="0" algn="l">
              <a:spcBef>
                <a:spcPts val="0"/>
              </a:spcBef>
              <a:spcAft>
                <a:spcPts val="0"/>
              </a:spcAft>
              <a:buClr>
                <a:schemeClr val="lt1"/>
              </a:buClr>
              <a:buSzPts val="1100"/>
              <a:buFont typeface="Arial"/>
              <a:buNone/>
            </a:pPr>
            <a:r>
              <a:rPr lang="en"/>
              <a:t>A competitive</a:t>
            </a:r>
            <a:endParaRPr/>
          </a:p>
          <a:p>
            <a:pPr indent="0" lvl="0" marL="0" rtl="0" algn="l">
              <a:spcBef>
                <a:spcPts val="0"/>
              </a:spcBef>
              <a:spcAft>
                <a:spcPts val="0"/>
              </a:spcAft>
              <a:buNone/>
            </a:pPr>
            <a:r>
              <a:rPr lang="en"/>
              <a:t>differentiator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4" name="Shape 654"/>
        <p:cNvGrpSpPr/>
        <p:nvPr/>
      </p:nvGrpSpPr>
      <p:grpSpPr>
        <a:xfrm>
          <a:off x="0" y="0"/>
          <a:ext cx="0" cy="0"/>
          <a:chOff x="0" y="0"/>
          <a:chExt cx="0" cy="0"/>
        </a:xfrm>
      </p:grpSpPr>
      <p:sp>
        <p:nvSpPr>
          <p:cNvPr id="655" name="Google Shape;655;p74"/>
          <p:cNvSpPr/>
          <p:nvPr/>
        </p:nvSpPr>
        <p:spPr>
          <a:xfrm>
            <a:off x="4549825" y="738900"/>
            <a:ext cx="2820600" cy="3665700"/>
          </a:xfrm>
          <a:prstGeom prst="roundRect">
            <a:avLst>
              <a:gd fmla="val 867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pic>
        <p:nvPicPr>
          <p:cNvPr descr="A close-up of the padded cup of a pair of headphones. " id="656" name="Google Shape;656;p74"/>
          <p:cNvPicPr preferRelativeResize="0"/>
          <p:nvPr>
            <p:ph idx="2" type="pic"/>
          </p:nvPr>
        </p:nvPicPr>
        <p:blipFill rotWithShape="1">
          <a:blip r:embed="rId3">
            <a:alphaModFix/>
          </a:blip>
          <a:srcRect b="0" l="13726" r="50047" t="29528"/>
          <a:stretch/>
        </p:blipFill>
        <p:spPr>
          <a:xfrm>
            <a:off x="7480825" y="734600"/>
            <a:ext cx="1383900" cy="1660200"/>
          </a:xfrm>
          <a:prstGeom prst="roundRect">
            <a:avLst>
              <a:gd fmla="val 16667" name="adj"/>
            </a:avLst>
          </a:prstGeom>
        </p:spPr>
      </p:pic>
      <p:pic>
        <p:nvPicPr>
          <p:cNvPr descr="A close-up of a headphone cup being placed over the wearer's ear. " id="657" name="Google Shape;657;p74"/>
          <p:cNvPicPr preferRelativeResize="0"/>
          <p:nvPr>
            <p:ph idx="3" type="pic"/>
          </p:nvPr>
        </p:nvPicPr>
        <p:blipFill rotWithShape="1">
          <a:blip r:embed="rId4">
            <a:alphaModFix/>
          </a:blip>
          <a:srcRect b="31557" l="44964" r="30245" t="17935"/>
          <a:stretch/>
        </p:blipFill>
        <p:spPr>
          <a:xfrm>
            <a:off x="7480825" y="2521175"/>
            <a:ext cx="1383900" cy="1879200"/>
          </a:xfrm>
          <a:prstGeom prst="roundRect">
            <a:avLst>
              <a:gd fmla="val 16667" name="adj"/>
            </a:avLst>
          </a:prstGeom>
        </p:spPr>
      </p:pic>
      <p:pic>
        <p:nvPicPr>
          <p:cNvPr descr="A man talks into a microphone while wearing headphones. " id="658" name="Google Shape;658;p74"/>
          <p:cNvPicPr preferRelativeResize="0"/>
          <p:nvPr>
            <p:ph idx="4" type="pic"/>
          </p:nvPr>
        </p:nvPicPr>
        <p:blipFill rotWithShape="1">
          <a:blip r:embed="rId5">
            <a:alphaModFix/>
          </a:blip>
          <a:srcRect b="11579" l="44763" r="16615" t="11587"/>
          <a:stretch/>
        </p:blipFill>
        <p:spPr>
          <a:xfrm>
            <a:off x="4665550" y="850900"/>
            <a:ext cx="2589300" cy="3433200"/>
          </a:xfrm>
          <a:prstGeom prst="roundRect">
            <a:avLst>
              <a:gd fmla="val 16667" name="adj"/>
            </a:avLst>
          </a:prstGeom>
        </p:spPr>
      </p:pic>
      <p:sp>
        <p:nvSpPr>
          <p:cNvPr id="659" name="Google Shape;659;p74"/>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1</a:t>
            </a:r>
            <a:endParaRPr/>
          </a:p>
        </p:txBody>
      </p:sp>
      <p:sp>
        <p:nvSpPr>
          <p:cNvPr id="660" name="Google Shape;660;p74"/>
          <p:cNvSpPr txBox="1"/>
          <p:nvPr>
            <p:ph idx="5"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None/>
            </a:pPr>
            <a:r>
              <a:rPr lang="en"/>
              <a:t>Highlight </a:t>
            </a:r>
            <a:r>
              <a:rPr lang="en"/>
              <a:t>a</a:t>
            </a:r>
            <a:r>
              <a:rPr lang="en"/>
              <a:t> key product feature. If you already mentioned this feature in previous slides, use this space to describe it in more depth. Explain how it benefits users and solves their pain points. Make sure the image and metrics help support your description. </a:t>
            </a:r>
            <a:endParaRPr/>
          </a:p>
        </p:txBody>
      </p:sp>
      <p:cxnSp>
        <p:nvCxnSpPr>
          <p:cNvPr id="661" name="Google Shape;661;p74"/>
          <p:cNvCxnSpPr/>
          <p:nvPr/>
        </p:nvCxnSpPr>
        <p:spPr>
          <a:xfrm rot="10800000">
            <a:off x="2248525" y="3261575"/>
            <a:ext cx="2301300" cy="0"/>
          </a:xfrm>
          <a:prstGeom prst="straightConnector1">
            <a:avLst/>
          </a:prstGeom>
          <a:noFill/>
          <a:ln cap="flat" cmpd="sng" w="9525">
            <a:solidFill>
              <a:schemeClr val="dk1"/>
            </a:solidFill>
            <a:prstDash val="solid"/>
            <a:round/>
            <a:headEnd len="med" w="med" type="none"/>
            <a:tailEnd len="med" w="med" type="oval"/>
          </a:ln>
        </p:spPr>
      </p:cxnSp>
      <p:sp>
        <p:nvSpPr>
          <p:cNvPr id="662" name="Google Shape;662;p7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663" name="Google Shape;663;p74"/>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664" name="Google Shape;664;p7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8" name="Shape 668"/>
        <p:cNvGrpSpPr/>
        <p:nvPr/>
      </p:nvGrpSpPr>
      <p:grpSpPr>
        <a:xfrm>
          <a:off x="0" y="0"/>
          <a:ext cx="0" cy="0"/>
          <a:chOff x="0" y="0"/>
          <a:chExt cx="0" cy="0"/>
        </a:xfrm>
      </p:grpSpPr>
      <p:sp>
        <p:nvSpPr>
          <p:cNvPr id="669" name="Google Shape;669;p75"/>
          <p:cNvSpPr/>
          <p:nvPr/>
        </p:nvSpPr>
        <p:spPr>
          <a:xfrm>
            <a:off x="277500" y="277500"/>
            <a:ext cx="4536300" cy="4582500"/>
          </a:xfrm>
          <a:prstGeom prst="roundRect">
            <a:avLst>
              <a:gd fmla="val 1319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70" name="Google Shape;670;p75"/>
          <p:cNvSpPr txBox="1"/>
          <p:nvPr>
            <p:ph type="title"/>
          </p:nvPr>
        </p:nvSpPr>
        <p:spPr>
          <a:xfrm>
            <a:off x="5321925" y="506100"/>
            <a:ext cx="3544500" cy="579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Feature 2</a:t>
            </a:r>
            <a:endParaRPr/>
          </a:p>
        </p:txBody>
      </p:sp>
      <p:sp>
        <p:nvSpPr>
          <p:cNvPr id="671" name="Google Shape;671;p75"/>
          <p:cNvSpPr/>
          <p:nvPr/>
        </p:nvSpPr>
        <p:spPr>
          <a:xfrm>
            <a:off x="5595650" y="980125"/>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72" name="Google Shape;672;p75"/>
          <p:cNvSpPr txBox="1"/>
          <p:nvPr/>
        </p:nvSpPr>
        <p:spPr>
          <a:xfrm>
            <a:off x="5784230" y="1141075"/>
            <a:ext cx="1896000" cy="4596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Detail 1</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Point to an aspect of this feature in the photo, then describe it here. </a:t>
            </a:r>
            <a:endParaRPr sz="800">
              <a:solidFill>
                <a:schemeClr val="dk1"/>
              </a:solidFill>
              <a:latin typeface="Arimo"/>
              <a:ea typeface="Arimo"/>
              <a:cs typeface="Arimo"/>
              <a:sym typeface="Arimo"/>
            </a:endParaRPr>
          </a:p>
        </p:txBody>
      </p:sp>
      <p:sp>
        <p:nvSpPr>
          <p:cNvPr id="673" name="Google Shape;673;p75"/>
          <p:cNvSpPr/>
          <p:nvPr/>
        </p:nvSpPr>
        <p:spPr>
          <a:xfrm>
            <a:off x="6324412" y="2236057"/>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74" name="Google Shape;674;p75"/>
          <p:cNvSpPr txBox="1"/>
          <p:nvPr/>
        </p:nvSpPr>
        <p:spPr>
          <a:xfrm>
            <a:off x="6512992" y="2397007"/>
            <a:ext cx="1896000" cy="4596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Clr>
                <a:schemeClr val="lt1"/>
              </a:buClr>
              <a:buSzPts val="1100"/>
              <a:buNone/>
            </a:pPr>
            <a:r>
              <a:rPr lang="en" sz="1100">
                <a:solidFill>
                  <a:schemeClr val="dk1"/>
                </a:solidFill>
                <a:latin typeface="Arimo"/>
                <a:ea typeface="Arimo"/>
                <a:cs typeface="Arimo"/>
                <a:sym typeface="Arimo"/>
              </a:rPr>
              <a:t>Detail 2</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Point to an aspect of this feature in the photo, then describe it here. </a:t>
            </a:r>
            <a:endParaRPr sz="800">
              <a:solidFill>
                <a:schemeClr val="dk1"/>
              </a:solidFill>
              <a:latin typeface="Arimo"/>
              <a:ea typeface="Arimo"/>
              <a:cs typeface="Arimo"/>
              <a:sym typeface="Arimo"/>
            </a:endParaRPr>
          </a:p>
        </p:txBody>
      </p:sp>
      <p:sp>
        <p:nvSpPr>
          <p:cNvPr id="675" name="Google Shape;675;p75"/>
          <p:cNvSpPr/>
          <p:nvPr/>
        </p:nvSpPr>
        <p:spPr>
          <a:xfrm>
            <a:off x="5595650" y="3491975"/>
            <a:ext cx="2313900" cy="781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76" name="Google Shape;676;p75"/>
          <p:cNvSpPr txBox="1"/>
          <p:nvPr/>
        </p:nvSpPr>
        <p:spPr>
          <a:xfrm>
            <a:off x="5784230" y="3652925"/>
            <a:ext cx="1896000" cy="4596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sz="1100">
                <a:solidFill>
                  <a:schemeClr val="dk1"/>
                </a:solidFill>
                <a:latin typeface="Arimo"/>
                <a:ea typeface="Arimo"/>
                <a:cs typeface="Arimo"/>
                <a:sym typeface="Arimo"/>
              </a:rPr>
              <a:t>Detail 3</a:t>
            </a:r>
            <a:endParaRPr sz="1100">
              <a:solidFill>
                <a:schemeClr val="dk1"/>
              </a:solidFill>
              <a:latin typeface="Arimo"/>
              <a:ea typeface="Arimo"/>
              <a:cs typeface="Arimo"/>
              <a:sym typeface="Arimo"/>
            </a:endParaRPr>
          </a:p>
          <a:p>
            <a:pPr indent="0" lvl="0" marL="0" rtl="0" algn="l">
              <a:lnSpc>
                <a:spcPct val="115000"/>
              </a:lnSpc>
              <a:spcBef>
                <a:spcPts val="0"/>
              </a:spcBef>
              <a:spcAft>
                <a:spcPts val="0"/>
              </a:spcAft>
              <a:buNone/>
            </a:pPr>
            <a:r>
              <a:rPr lang="en" sz="800">
                <a:solidFill>
                  <a:schemeClr val="dk1"/>
                </a:solidFill>
                <a:latin typeface="Arimo"/>
                <a:ea typeface="Arimo"/>
                <a:cs typeface="Arimo"/>
                <a:sym typeface="Arimo"/>
              </a:rPr>
              <a:t>Point to an aspect of this feature in the photo, then describe it here. </a:t>
            </a:r>
            <a:endParaRPr sz="800">
              <a:solidFill>
                <a:schemeClr val="dk1"/>
              </a:solidFill>
              <a:latin typeface="Arimo"/>
              <a:ea typeface="Arimo"/>
              <a:cs typeface="Arimo"/>
              <a:sym typeface="Arimo"/>
            </a:endParaRPr>
          </a:p>
        </p:txBody>
      </p:sp>
      <p:pic>
        <p:nvPicPr>
          <p:cNvPr descr="A product shot of black and silver headphones. " id="677" name="Google Shape;677;p75"/>
          <p:cNvPicPr preferRelativeResize="0"/>
          <p:nvPr>
            <p:ph idx="2" type="pic"/>
          </p:nvPr>
        </p:nvPicPr>
        <p:blipFill rotWithShape="1">
          <a:blip r:embed="rId3">
            <a:alphaModFix/>
          </a:blip>
          <a:srcRect b="-271" l="16928" r="16921" t="0"/>
          <a:stretch/>
        </p:blipFill>
        <p:spPr>
          <a:xfrm>
            <a:off x="396900" y="396300"/>
            <a:ext cx="4297500" cy="4344900"/>
          </a:xfrm>
          <a:prstGeom prst="roundRect">
            <a:avLst>
              <a:gd fmla="val 16667" name="adj"/>
            </a:avLst>
          </a:prstGeom>
        </p:spPr>
      </p:pic>
      <p:cxnSp>
        <p:nvCxnSpPr>
          <p:cNvPr id="678" name="Google Shape;678;p75"/>
          <p:cNvCxnSpPr/>
          <p:nvPr/>
        </p:nvCxnSpPr>
        <p:spPr>
          <a:xfrm>
            <a:off x="2357450" y="1427275"/>
            <a:ext cx="3145800" cy="0"/>
          </a:xfrm>
          <a:prstGeom prst="straightConnector1">
            <a:avLst/>
          </a:prstGeom>
          <a:noFill/>
          <a:ln cap="flat" cmpd="sng" w="9525">
            <a:solidFill>
              <a:schemeClr val="dk1"/>
            </a:solidFill>
            <a:prstDash val="solid"/>
            <a:round/>
            <a:headEnd len="med" w="med" type="none"/>
            <a:tailEnd len="med" w="med" type="oval"/>
          </a:ln>
        </p:spPr>
      </p:cxnSp>
      <p:cxnSp>
        <p:nvCxnSpPr>
          <p:cNvPr id="679" name="Google Shape;679;p75"/>
          <p:cNvCxnSpPr/>
          <p:nvPr/>
        </p:nvCxnSpPr>
        <p:spPr>
          <a:xfrm>
            <a:off x="4071950" y="2628350"/>
            <a:ext cx="2160000" cy="0"/>
          </a:xfrm>
          <a:prstGeom prst="straightConnector1">
            <a:avLst/>
          </a:prstGeom>
          <a:noFill/>
          <a:ln cap="flat" cmpd="sng" w="9525">
            <a:solidFill>
              <a:schemeClr val="dk1"/>
            </a:solidFill>
            <a:prstDash val="solid"/>
            <a:round/>
            <a:headEnd len="med" w="med" type="none"/>
            <a:tailEnd len="med" w="med" type="oval"/>
          </a:ln>
        </p:spPr>
      </p:cxnSp>
      <p:cxnSp>
        <p:nvCxnSpPr>
          <p:cNvPr id="680" name="Google Shape;680;p75"/>
          <p:cNvCxnSpPr/>
          <p:nvPr/>
        </p:nvCxnSpPr>
        <p:spPr>
          <a:xfrm>
            <a:off x="3524900" y="3916375"/>
            <a:ext cx="1959300" cy="0"/>
          </a:xfrm>
          <a:prstGeom prst="straightConnector1">
            <a:avLst/>
          </a:prstGeom>
          <a:noFill/>
          <a:ln cap="flat" cmpd="sng" w="9525">
            <a:solidFill>
              <a:schemeClr val="dk1"/>
            </a:solidFill>
            <a:prstDash val="solid"/>
            <a:round/>
            <a:headEnd len="med" w="med" type="none"/>
            <a:tailEnd len="med" w="med" type="oval"/>
          </a:ln>
        </p:spPr>
      </p:cxnSp>
      <p:sp>
        <p:nvSpPr>
          <p:cNvPr id="681" name="Google Shape;681;p75"/>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682" name="Google Shape;682;p7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6" name="Shape 686"/>
        <p:cNvGrpSpPr/>
        <p:nvPr/>
      </p:nvGrpSpPr>
      <p:grpSpPr>
        <a:xfrm>
          <a:off x="0" y="0"/>
          <a:ext cx="0" cy="0"/>
          <a:chOff x="0" y="0"/>
          <a:chExt cx="0" cy="0"/>
        </a:xfrm>
      </p:grpSpPr>
      <p:sp>
        <p:nvSpPr>
          <p:cNvPr id="687" name="Google Shape;687;p76"/>
          <p:cNvSpPr/>
          <p:nvPr/>
        </p:nvSpPr>
        <p:spPr>
          <a:xfrm>
            <a:off x="277500" y="277500"/>
            <a:ext cx="5145000" cy="4582500"/>
          </a:xfrm>
          <a:prstGeom prst="roundRect">
            <a:avLst>
              <a:gd fmla="val 1309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688" name="Google Shape;688;p76"/>
          <p:cNvSpPr txBox="1"/>
          <p:nvPr>
            <p:ph type="title"/>
          </p:nvPr>
        </p:nvSpPr>
        <p:spPr>
          <a:xfrm>
            <a:off x="60451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3</a:t>
            </a:r>
            <a:endParaRPr/>
          </a:p>
        </p:txBody>
      </p:sp>
      <p:sp>
        <p:nvSpPr>
          <p:cNvPr id="689" name="Google Shape;689;p76"/>
          <p:cNvSpPr txBox="1"/>
          <p:nvPr>
            <p:ph idx="3" type="title"/>
          </p:nvPr>
        </p:nvSpPr>
        <p:spPr>
          <a:xfrm>
            <a:off x="60451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None/>
            </a:pPr>
            <a:r>
              <a:rPr lang="en"/>
              <a:t>Highlight </a:t>
            </a:r>
            <a:r>
              <a:rPr lang="en"/>
              <a:t>a</a:t>
            </a:r>
            <a:r>
              <a:rPr lang="en"/>
              <a:t> key product feature. If you already mentioned this feature in previous slides, use this space to describe it in more depth. Explain how it benefits users and solves their pain points. Make sure the image and metrics help support your description. </a:t>
            </a:r>
            <a:endParaRPr/>
          </a:p>
        </p:txBody>
      </p:sp>
      <p:cxnSp>
        <p:nvCxnSpPr>
          <p:cNvPr id="690" name="Google Shape;690;p76"/>
          <p:cNvCxnSpPr/>
          <p:nvPr/>
        </p:nvCxnSpPr>
        <p:spPr>
          <a:xfrm>
            <a:off x="5422500" y="3216700"/>
            <a:ext cx="441600" cy="0"/>
          </a:xfrm>
          <a:prstGeom prst="straightConnector1">
            <a:avLst/>
          </a:prstGeom>
          <a:noFill/>
          <a:ln cap="flat" cmpd="sng" w="9525">
            <a:solidFill>
              <a:schemeClr val="dk1"/>
            </a:solidFill>
            <a:prstDash val="solid"/>
            <a:round/>
            <a:headEnd len="med" w="med" type="none"/>
            <a:tailEnd len="med" w="med" type="oval"/>
          </a:ln>
        </p:spPr>
      </p:cxnSp>
      <p:pic>
        <p:nvPicPr>
          <p:cNvPr descr="A woman listens to music on her headphones while holding the cups close to her ears. " id="691" name="Google Shape;691;p76"/>
          <p:cNvPicPr preferRelativeResize="0"/>
          <p:nvPr>
            <p:ph idx="2" type="pic"/>
          </p:nvPr>
        </p:nvPicPr>
        <p:blipFill rotWithShape="1">
          <a:blip r:embed="rId3">
            <a:alphaModFix/>
          </a:blip>
          <a:srcRect b="5777" l="0" r="0" t="28799"/>
          <a:stretch/>
        </p:blipFill>
        <p:spPr>
          <a:xfrm>
            <a:off x="392100" y="402150"/>
            <a:ext cx="4915800" cy="4333200"/>
          </a:xfrm>
          <a:prstGeom prst="roundRect">
            <a:avLst>
              <a:gd fmla="val 12206" name="adj"/>
            </a:avLst>
          </a:prstGeom>
        </p:spPr>
      </p:pic>
      <p:sp>
        <p:nvSpPr>
          <p:cNvPr id="692" name="Google Shape;692;p76"/>
          <p:cNvSpPr txBox="1"/>
          <p:nvPr>
            <p:ph idx="1"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693" name="Google Shape;693;p7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7" name="Shape 697"/>
        <p:cNvGrpSpPr/>
        <p:nvPr/>
      </p:nvGrpSpPr>
      <p:grpSpPr>
        <a:xfrm>
          <a:off x="0" y="0"/>
          <a:ext cx="0" cy="0"/>
          <a:chOff x="0" y="0"/>
          <a:chExt cx="0" cy="0"/>
        </a:xfrm>
      </p:grpSpPr>
      <p:pic>
        <p:nvPicPr>
          <p:cNvPr descr="A woman looks at the camera and sits on a sofa chair while listening to music on her headphones. " id="698" name="Google Shape;698;p77"/>
          <p:cNvPicPr preferRelativeResize="0"/>
          <p:nvPr>
            <p:ph idx="2" type="pic"/>
          </p:nvPr>
        </p:nvPicPr>
        <p:blipFill rotWithShape="1">
          <a:blip r:embed="rId3">
            <a:alphaModFix/>
          </a:blip>
          <a:srcRect b="14987" l="18910" r="0" t="4310"/>
          <a:stretch/>
        </p:blipFill>
        <p:spPr>
          <a:xfrm>
            <a:off x="6220309" y="696000"/>
            <a:ext cx="2532900" cy="3358800"/>
          </a:xfrm>
          <a:prstGeom prst="roundRect">
            <a:avLst>
              <a:gd fmla="val 16667" name="adj"/>
            </a:avLst>
          </a:prstGeom>
        </p:spPr>
      </p:pic>
      <p:sp>
        <p:nvSpPr>
          <p:cNvPr id="699" name="Google Shape;699;p77"/>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4</a:t>
            </a:r>
            <a:endParaRPr/>
          </a:p>
        </p:txBody>
      </p:sp>
      <p:sp>
        <p:nvSpPr>
          <p:cNvPr id="700" name="Google Shape;700;p77"/>
          <p:cNvSpPr txBox="1"/>
          <p:nvPr>
            <p:ph idx="3"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Highlight </a:t>
            </a:r>
            <a:r>
              <a:rPr lang="en"/>
              <a:t>a</a:t>
            </a:r>
            <a:r>
              <a:rPr lang="en"/>
              <a:t> key product feature. If you already mentioned this feature in previous slides, use this space to describe it in more depth. Explain how it benefits users and solves their pain points. Make sure the image and metrics help support your description. </a:t>
            </a:r>
            <a:endParaRPr/>
          </a:p>
        </p:txBody>
      </p:sp>
      <p:sp>
        <p:nvSpPr>
          <p:cNvPr id="701" name="Google Shape;701;p77"/>
          <p:cNvSpPr/>
          <p:nvPr/>
        </p:nvSpPr>
        <p:spPr>
          <a:xfrm>
            <a:off x="4634875" y="582300"/>
            <a:ext cx="1350600" cy="1380300"/>
          </a:xfrm>
          <a:prstGeom prst="roundRect">
            <a:avLst>
              <a:gd fmla="val 17296"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702" name="Google Shape;702;p77"/>
          <p:cNvSpPr/>
          <p:nvPr/>
        </p:nvSpPr>
        <p:spPr>
          <a:xfrm rot="-5400000">
            <a:off x="4923500" y="778750"/>
            <a:ext cx="566700" cy="8856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703" name="Google Shape;703;p77"/>
          <p:cNvSpPr/>
          <p:nvPr/>
        </p:nvSpPr>
        <p:spPr>
          <a:xfrm>
            <a:off x="4634875" y="2102100"/>
            <a:ext cx="1350600" cy="20664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nvGrpSpPr>
          <p:cNvPr id="704" name="Google Shape;704;p77"/>
          <p:cNvGrpSpPr/>
          <p:nvPr/>
        </p:nvGrpSpPr>
        <p:grpSpPr>
          <a:xfrm>
            <a:off x="4634875" y="2331300"/>
            <a:ext cx="1350600" cy="475800"/>
            <a:chOff x="4634875" y="2331300"/>
            <a:chExt cx="1350600" cy="475800"/>
          </a:xfrm>
        </p:grpSpPr>
        <p:sp>
          <p:nvSpPr>
            <p:cNvPr id="705" name="Google Shape;705;p77"/>
            <p:cNvSpPr txBox="1"/>
            <p:nvPr/>
          </p:nvSpPr>
          <p:spPr>
            <a:xfrm>
              <a:off x="4634875" y="2613600"/>
              <a:ext cx="1350600" cy="1935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700">
                  <a:solidFill>
                    <a:schemeClr val="lt2"/>
                  </a:solidFill>
                  <a:latin typeface="Azeret Mono"/>
                  <a:ea typeface="Azeret Mono"/>
                  <a:cs typeface="Azeret Mono"/>
                  <a:sym typeface="Azeret Mono"/>
                </a:rPr>
                <a:t>Metric description</a:t>
              </a:r>
              <a:endParaRPr sz="700">
                <a:solidFill>
                  <a:schemeClr val="lt2"/>
                </a:solidFill>
                <a:latin typeface="Azeret Mono"/>
                <a:ea typeface="Azeret Mono"/>
                <a:cs typeface="Azeret Mono"/>
                <a:sym typeface="Azeret Mono"/>
              </a:endParaRPr>
            </a:p>
          </p:txBody>
        </p:sp>
        <p:sp>
          <p:nvSpPr>
            <p:cNvPr id="706" name="Google Shape;706;p77"/>
            <p:cNvSpPr txBox="1"/>
            <p:nvPr/>
          </p:nvSpPr>
          <p:spPr>
            <a:xfrm>
              <a:off x="4634875" y="2331300"/>
              <a:ext cx="1350600" cy="2592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2300">
                  <a:solidFill>
                    <a:schemeClr val="lt2"/>
                  </a:solidFill>
                  <a:latin typeface="Arimo"/>
                  <a:ea typeface="Arimo"/>
                  <a:cs typeface="Arimo"/>
                  <a:sym typeface="Arimo"/>
                </a:rPr>
                <a:t>00</a:t>
              </a:r>
              <a:endParaRPr sz="2300">
                <a:solidFill>
                  <a:schemeClr val="lt2"/>
                </a:solidFill>
                <a:latin typeface="Arimo"/>
                <a:ea typeface="Arimo"/>
                <a:cs typeface="Arimo"/>
                <a:sym typeface="Arimo"/>
              </a:endParaRPr>
            </a:p>
          </p:txBody>
        </p:sp>
      </p:grpSp>
      <p:cxnSp>
        <p:nvCxnSpPr>
          <p:cNvPr id="707" name="Google Shape;707;p77"/>
          <p:cNvCxnSpPr/>
          <p:nvPr/>
        </p:nvCxnSpPr>
        <p:spPr>
          <a:xfrm>
            <a:off x="4634875" y="2952075"/>
            <a:ext cx="1350600" cy="0"/>
          </a:xfrm>
          <a:prstGeom prst="straightConnector1">
            <a:avLst/>
          </a:prstGeom>
          <a:noFill/>
          <a:ln cap="flat" cmpd="sng" w="9525">
            <a:solidFill>
              <a:schemeClr val="accent2"/>
            </a:solidFill>
            <a:prstDash val="solid"/>
            <a:round/>
            <a:headEnd len="med" w="med" type="none"/>
            <a:tailEnd len="med" w="med" type="none"/>
          </a:ln>
        </p:spPr>
      </p:cxnSp>
      <p:grpSp>
        <p:nvGrpSpPr>
          <p:cNvPr id="708" name="Google Shape;708;p77"/>
          <p:cNvGrpSpPr/>
          <p:nvPr/>
        </p:nvGrpSpPr>
        <p:grpSpPr>
          <a:xfrm>
            <a:off x="4634799" y="3097057"/>
            <a:ext cx="1350566" cy="485688"/>
            <a:chOff x="3522225" y="1954250"/>
            <a:chExt cx="1582200" cy="485688"/>
          </a:xfrm>
        </p:grpSpPr>
        <p:sp>
          <p:nvSpPr>
            <p:cNvPr id="709" name="Google Shape;709;p77"/>
            <p:cNvSpPr txBox="1"/>
            <p:nvPr/>
          </p:nvSpPr>
          <p:spPr>
            <a:xfrm>
              <a:off x="3522225" y="2246438"/>
              <a:ext cx="1582200" cy="193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700">
                  <a:solidFill>
                    <a:schemeClr val="lt2"/>
                  </a:solidFill>
                  <a:latin typeface="Azeret Mono"/>
                  <a:ea typeface="Azeret Mono"/>
                  <a:cs typeface="Azeret Mono"/>
                  <a:sym typeface="Azeret Mono"/>
                </a:rPr>
                <a:t>Metric description</a:t>
              </a:r>
              <a:endParaRPr sz="700">
                <a:solidFill>
                  <a:schemeClr val="lt2"/>
                </a:solidFill>
                <a:latin typeface="Azeret Mono"/>
                <a:ea typeface="Azeret Mono"/>
                <a:cs typeface="Azeret Mono"/>
                <a:sym typeface="Azeret Mono"/>
              </a:endParaRPr>
            </a:p>
          </p:txBody>
        </p:sp>
        <p:sp>
          <p:nvSpPr>
            <p:cNvPr id="710" name="Google Shape;710;p77"/>
            <p:cNvSpPr txBox="1"/>
            <p:nvPr/>
          </p:nvSpPr>
          <p:spPr>
            <a:xfrm>
              <a:off x="3522225" y="1954250"/>
              <a:ext cx="1582200" cy="259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300">
                  <a:solidFill>
                    <a:schemeClr val="lt2"/>
                  </a:solidFill>
                  <a:latin typeface="Arimo"/>
                  <a:ea typeface="Arimo"/>
                  <a:cs typeface="Arimo"/>
                  <a:sym typeface="Arimo"/>
                </a:rPr>
                <a:t>00</a:t>
              </a:r>
              <a:endParaRPr sz="2300">
                <a:solidFill>
                  <a:schemeClr val="lt2"/>
                </a:solidFill>
                <a:latin typeface="Arimo"/>
                <a:ea typeface="Arimo"/>
                <a:cs typeface="Arimo"/>
                <a:sym typeface="Arimo"/>
              </a:endParaRPr>
            </a:p>
          </p:txBody>
        </p:sp>
      </p:grpSp>
      <p:sp>
        <p:nvSpPr>
          <p:cNvPr id="711" name="Google Shape;711;p77"/>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712" name="Google Shape;712;p77"/>
          <p:cNvSpPr txBox="1"/>
          <p:nvPr>
            <p:ph idx="4"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713" name="Google Shape;713;p7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714" name="Google Shape;714;p77"/>
          <p:cNvGrpSpPr/>
          <p:nvPr/>
        </p:nvGrpSpPr>
        <p:grpSpPr>
          <a:xfrm>
            <a:off x="4634875" y="932875"/>
            <a:ext cx="1350600" cy="959450"/>
            <a:chOff x="4634875" y="932875"/>
            <a:chExt cx="1350600" cy="959450"/>
          </a:xfrm>
        </p:grpSpPr>
        <p:sp>
          <p:nvSpPr>
            <p:cNvPr id="715" name="Google Shape;715;p77"/>
            <p:cNvSpPr/>
            <p:nvPr/>
          </p:nvSpPr>
          <p:spPr>
            <a:xfrm>
              <a:off x="4763650" y="932875"/>
              <a:ext cx="1092900" cy="5736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solidFill>
                  <a:schemeClr val="lt2"/>
                </a:solidFill>
                <a:latin typeface="Arimo"/>
                <a:ea typeface="Arimo"/>
                <a:cs typeface="Arimo"/>
                <a:sym typeface="Arimo"/>
              </a:endParaRPr>
            </a:p>
          </p:txBody>
        </p:sp>
        <p:grpSp>
          <p:nvGrpSpPr>
            <p:cNvPr id="716" name="Google Shape;716;p77"/>
            <p:cNvGrpSpPr/>
            <p:nvPr/>
          </p:nvGrpSpPr>
          <p:grpSpPr>
            <a:xfrm>
              <a:off x="4634875" y="1050150"/>
              <a:ext cx="1350600" cy="842175"/>
              <a:chOff x="4634875" y="1050150"/>
              <a:chExt cx="1350600" cy="842175"/>
            </a:xfrm>
          </p:grpSpPr>
          <p:sp>
            <p:nvSpPr>
              <p:cNvPr id="717" name="Google Shape;717;p77"/>
              <p:cNvSpPr txBox="1"/>
              <p:nvPr/>
            </p:nvSpPr>
            <p:spPr>
              <a:xfrm>
                <a:off x="4634875" y="1698825"/>
                <a:ext cx="1350600" cy="193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700">
                    <a:solidFill>
                      <a:schemeClr val="lt2"/>
                    </a:solidFill>
                    <a:latin typeface="Azeret Mono"/>
                    <a:ea typeface="Azeret Mono"/>
                    <a:cs typeface="Azeret Mono"/>
                    <a:sym typeface="Azeret Mono"/>
                  </a:rPr>
                  <a:t>Metric description</a:t>
                </a:r>
                <a:endParaRPr sz="700">
                  <a:solidFill>
                    <a:schemeClr val="lt2"/>
                  </a:solidFill>
                  <a:latin typeface="Azeret Mono"/>
                  <a:ea typeface="Azeret Mono"/>
                  <a:cs typeface="Azeret Mono"/>
                  <a:sym typeface="Azeret Mono"/>
                </a:endParaRPr>
              </a:p>
            </p:txBody>
          </p:sp>
          <p:sp>
            <p:nvSpPr>
              <p:cNvPr id="718" name="Google Shape;718;p77"/>
              <p:cNvSpPr/>
              <p:nvPr/>
            </p:nvSpPr>
            <p:spPr>
              <a:xfrm>
                <a:off x="4763725" y="1050150"/>
                <a:ext cx="1092900" cy="339000"/>
              </a:xfrm>
              <a:prstGeom prst="roundRect">
                <a:avLst>
                  <a:gd fmla="val 10438"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300">
                    <a:solidFill>
                      <a:schemeClr val="lt2"/>
                    </a:solidFill>
                    <a:latin typeface="Arimo"/>
                    <a:ea typeface="Arimo"/>
                    <a:cs typeface="Arimo"/>
                    <a:sym typeface="Arimo"/>
                  </a:rPr>
                  <a:t>00</a:t>
                </a:r>
                <a:endParaRPr sz="2300">
                  <a:solidFill>
                    <a:schemeClr val="lt2"/>
                  </a:solidFill>
                  <a:latin typeface="Arimo"/>
                  <a:ea typeface="Arimo"/>
                  <a:cs typeface="Arimo"/>
                  <a:sym typeface="Arimo"/>
                </a:endParaRPr>
              </a:p>
            </p:txBody>
          </p:sp>
        </p:grpSp>
      </p:grpSp>
      <p:grpSp>
        <p:nvGrpSpPr>
          <p:cNvPr id="719" name="Google Shape;719;p77"/>
          <p:cNvGrpSpPr/>
          <p:nvPr/>
        </p:nvGrpSpPr>
        <p:grpSpPr>
          <a:xfrm>
            <a:off x="5037625" y="3727725"/>
            <a:ext cx="545103" cy="259200"/>
            <a:chOff x="5037625" y="3727725"/>
            <a:chExt cx="545103" cy="259200"/>
          </a:xfrm>
        </p:grpSpPr>
        <p:pic>
          <p:nvPicPr>
            <p:cNvPr descr="A soundwave icon. " id="720" name="Google Shape;720;p77"/>
            <p:cNvPicPr preferRelativeResize="0"/>
            <p:nvPr/>
          </p:nvPicPr>
          <p:blipFill>
            <a:blip r:embed="rId4">
              <a:alphaModFix/>
            </a:blip>
            <a:stretch>
              <a:fillRect/>
            </a:stretch>
          </p:blipFill>
          <p:spPr>
            <a:xfrm>
              <a:off x="5272025" y="3727725"/>
              <a:ext cx="310703" cy="259200"/>
            </a:xfrm>
            <a:prstGeom prst="rect">
              <a:avLst/>
            </a:prstGeom>
            <a:noFill/>
            <a:ln>
              <a:noFill/>
            </a:ln>
          </p:spPr>
        </p:pic>
        <p:grpSp>
          <p:nvGrpSpPr>
            <p:cNvPr id="721" name="Google Shape;721;p77"/>
            <p:cNvGrpSpPr/>
            <p:nvPr/>
          </p:nvGrpSpPr>
          <p:grpSpPr>
            <a:xfrm>
              <a:off x="5037625" y="3753875"/>
              <a:ext cx="146400" cy="206900"/>
              <a:chOff x="5133300" y="3748925"/>
              <a:chExt cx="146400" cy="206900"/>
            </a:xfrm>
          </p:grpSpPr>
          <p:sp>
            <p:nvSpPr>
              <p:cNvPr id="722" name="Google Shape;722;p77"/>
              <p:cNvSpPr/>
              <p:nvPr/>
            </p:nvSpPr>
            <p:spPr>
              <a:xfrm>
                <a:off x="5133300" y="3870025"/>
                <a:ext cx="85800" cy="8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descr="A music note icon. " id="723" name="Google Shape;723;p77"/>
              <p:cNvCxnSpPr/>
              <p:nvPr/>
            </p:nvCxnSpPr>
            <p:spPr>
              <a:xfrm rot="10800000">
                <a:off x="5214175" y="3748925"/>
                <a:ext cx="0" cy="169800"/>
              </a:xfrm>
              <a:prstGeom prst="straightConnector1">
                <a:avLst/>
              </a:prstGeom>
              <a:noFill/>
              <a:ln cap="flat" cmpd="sng" w="9525">
                <a:solidFill>
                  <a:schemeClr val="lt2"/>
                </a:solidFill>
                <a:prstDash val="solid"/>
                <a:round/>
                <a:headEnd len="med" w="med" type="none"/>
                <a:tailEnd len="med" w="med" type="none"/>
              </a:ln>
            </p:spPr>
          </p:cxnSp>
          <p:sp>
            <p:nvSpPr>
              <p:cNvPr id="724" name="Google Shape;724;p77"/>
              <p:cNvSpPr/>
              <p:nvPr/>
            </p:nvSpPr>
            <p:spPr>
              <a:xfrm>
                <a:off x="5211000" y="3749000"/>
                <a:ext cx="68700" cy="3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8" name="Shape 728"/>
        <p:cNvGrpSpPr/>
        <p:nvPr/>
      </p:nvGrpSpPr>
      <p:grpSpPr>
        <a:xfrm>
          <a:off x="0" y="0"/>
          <a:ext cx="0" cy="0"/>
          <a:chOff x="0" y="0"/>
          <a:chExt cx="0" cy="0"/>
        </a:xfrm>
      </p:grpSpPr>
      <p:sp>
        <p:nvSpPr>
          <p:cNvPr id="729" name="Google Shape;729;p78"/>
          <p:cNvSpPr txBox="1"/>
          <p:nvPr>
            <p:ph type="title"/>
          </p:nvPr>
        </p:nvSpPr>
        <p:spPr>
          <a:xfrm>
            <a:off x="277500" y="2344250"/>
            <a:ext cx="2820600" cy="1023600"/>
          </a:xfrm>
          <a:prstGeom prst="rect">
            <a:avLst/>
          </a:prstGeom>
        </p:spPr>
        <p:txBody>
          <a:bodyPr anchorCtr="0" anchor="b" bIns="0" lIns="0" spcFirstLastPara="1" rIns="0" wrap="square" tIns="91425">
            <a:noAutofit/>
          </a:bodyPr>
          <a:lstStyle/>
          <a:p>
            <a:pPr indent="0" lvl="0" marL="0" rtl="0" algn="l">
              <a:spcBef>
                <a:spcPts val="0"/>
              </a:spcBef>
              <a:spcAft>
                <a:spcPts val="0"/>
              </a:spcAft>
              <a:buNone/>
            </a:pPr>
            <a:r>
              <a:rPr lang="en"/>
              <a:t>Feature 5</a:t>
            </a:r>
            <a:endParaRPr/>
          </a:p>
        </p:txBody>
      </p:sp>
      <p:sp>
        <p:nvSpPr>
          <p:cNvPr id="730" name="Google Shape;730;p78"/>
          <p:cNvSpPr txBox="1"/>
          <p:nvPr>
            <p:ph idx="2" type="title"/>
          </p:nvPr>
        </p:nvSpPr>
        <p:spPr>
          <a:xfrm>
            <a:off x="277500" y="3422542"/>
            <a:ext cx="2820600" cy="10236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Highlight a key product feature. If you already mentioned this feature in previous slides, use this space to describe it in more depth. Explain how it benefits users and solves their pain points. Make sure the accompanying metrics help support your description. </a:t>
            </a:r>
            <a:endParaRPr/>
          </a:p>
        </p:txBody>
      </p:sp>
      <p:sp>
        <p:nvSpPr>
          <p:cNvPr id="731" name="Google Shape;731;p78"/>
          <p:cNvSpPr/>
          <p:nvPr/>
        </p:nvSpPr>
        <p:spPr>
          <a:xfrm>
            <a:off x="4671650" y="536500"/>
            <a:ext cx="1709100" cy="2374800"/>
          </a:xfrm>
          <a:prstGeom prst="roundRect">
            <a:avLst>
              <a:gd fmla="val 14383"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lt1"/>
              </a:buClr>
              <a:buSzPts val="1100"/>
              <a:buNone/>
            </a:pPr>
            <a:r>
              <a:t/>
            </a:r>
            <a:endParaRPr sz="1700">
              <a:solidFill>
                <a:schemeClr val="lt2"/>
              </a:solidFill>
              <a:latin typeface="Arimo"/>
              <a:ea typeface="Arimo"/>
              <a:cs typeface="Arimo"/>
              <a:sym typeface="Arimo"/>
            </a:endParaRPr>
          </a:p>
        </p:txBody>
      </p:sp>
      <p:sp>
        <p:nvSpPr>
          <p:cNvPr id="732" name="Google Shape;732;p78"/>
          <p:cNvSpPr/>
          <p:nvPr/>
        </p:nvSpPr>
        <p:spPr>
          <a:xfrm rot="-5400000">
            <a:off x="5036716" y="955469"/>
            <a:ext cx="717300" cy="1120500"/>
          </a:xfrm>
          <a:prstGeom prst="round2SameRect">
            <a:avLst>
              <a:gd fmla="val 49749"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733" name="Google Shape;733;p78"/>
          <p:cNvSpPr/>
          <p:nvPr/>
        </p:nvSpPr>
        <p:spPr>
          <a:xfrm>
            <a:off x="6504654" y="536500"/>
            <a:ext cx="2361900" cy="2374800"/>
          </a:xfrm>
          <a:prstGeom prst="roundRect">
            <a:avLst>
              <a:gd fmla="val 10557"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nvGrpSpPr>
          <p:cNvPr id="734" name="Google Shape;734;p78"/>
          <p:cNvGrpSpPr/>
          <p:nvPr/>
        </p:nvGrpSpPr>
        <p:grpSpPr>
          <a:xfrm>
            <a:off x="6909483" y="799921"/>
            <a:ext cx="1552200" cy="546749"/>
            <a:chOff x="6909483" y="540921"/>
            <a:chExt cx="1552200" cy="546749"/>
          </a:xfrm>
        </p:grpSpPr>
        <p:sp>
          <p:nvSpPr>
            <p:cNvPr id="735" name="Google Shape;735;p78"/>
            <p:cNvSpPr txBox="1"/>
            <p:nvPr/>
          </p:nvSpPr>
          <p:spPr>
            <a:xfrm>
              <a:off x="6909483" y="865370"/>
              <a:ext cx="1552200" cy="2223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800">
                  <a:solidFill>
                    <a:schemeClr val="lt2"/>
                  </a:solidFill>
                  <a:latin typeface="Azeret Mono"/>
                  <a:ea typeface="Azeret Mono"/>
                  <a:cs typeface="Azeret Mono"/>
                  <a:sym typeface="Azeret Mono"/>
                </a:rPr>
                <a:t>Metric description</a:t>
              </a:r>
              <a:endParaRPr sz="800">
                <a:solidFill>
                  <a:schemeClr val="lt2"/>
                </a:solidFill>
                <a:latin typeface="Azeret Mono"/>
                <a:ea typeface="Azeret Mono"/>
                <a:cs typeface="Azeret Mono"/>
                <a:sym typeface="Azeret Mono"/>
              </a:endParaRPr>
            </a:p>
          </p:txBody>
        </p:sp>
        <p:sp>
          <p:nvSpPr>
            <p:cNvPr id="736" name="Google Shape;736;p78"/>
            <p:cNvSpPr txBox="1"/>
            <p:nvPr/>
          </p:nvSpPr>
          <p:spPr>
            <a:xfrm>
              <a:off x="6909483" y="540921"/>
              <a:ext cx="1552200" cy="2979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None/>
              </a:pPr>
              <a:r>
                <a:rPr lang="en" sz="2400">
                  <a:solidFill>
                    <a:schemeClr val="lt2"/>
                  </a:solidFill>
                  <a:latin typeface="Arimo"/>
                  <a:ea typeface="Arimo"/>
                  <a:cs typeface="Arimo"/>
                  <a:sym typeface="Arimo"/>
                </a:rPr>
                <a:t>00</a:t>
              </a:r>
              <a:endParaRPr sz="2400">
                <a:solidFill>
                  <a:schemeClr val="lt2"/>
                </a:solidFill>
                <a:latin typeface="Arimo"/>
                <a:ea typeface="Arimo"/>
                <a:cs typeface="Arimo"/>
                <a:sym typeface="Arimo"/>
              </a:endParaRPr>
            </a:p>
          </p:txBody>
        </p:sp>
      </p:grpSp>
      <p:cxnSp>
        <p:nvCxnSpPr>
          <p:cNvPr id="737" name="Google Shape;737;p78"/>
          <p:cNvCxnSpPr/>
          <p:nvPr/>
        </p:nvCxnSpPr>
        <p:spPr>
          <a:xfrm>
            <a:off x="6909483" y="1513381"/>
            <a:ext cx="1552200" cy="0"/>
          </a:xfrm>
          <a:prstGeom prst="straightConnector1">
            <a:avLst/>
          </a:prstGeom>
          <a:noFill/>
          <a:ln cap="flat" cmpd="sng" w="9525">
            <a:solidFill>
              <a:schemeClr val="accent2"/>
            </a:solidFill>
            <a:prstDash val="solid"/>
            <a:round/>
            <a:headEnd len="med" w="med" type="none"/>
            <a:tailEnd len="med" w="med" type="none"/>
          </a:ln>
        </p:spPr>
      </p:cxnSp>
      <p:grpSp>
        <p:nvGrpSpPr>
          <p:cNvPr id="738" name="Google Shape;738;p78"/>
          <p:cNvGrpSpPr/>
          <p:nvPr/>
        </p:nvGrpSpPr>
        <p:grpSpPr>
          <a:xfrm>
            <a:off x="6909232" y="1679999"/>
            <a:ext cx="1552138" cy="558201"/>
            <a:chOff x="3522225" y="1954250"/>
            <a:chExt cx="1582200" cy="485688"/>
          </a:xfrm>
        </p:grpSpPr>
        <p:sp>
          <p:nvSpPr>
            <p:cNvPr id="739" name="Google Shape;739;p78"/>
            <p:cNvSpPr txBox="1"/>
            <p:nvPr/>
          </p:nvSpPr>
          <p:spPr>
            <a:xfrm>
              <a:off x="3522225" y="2246438"/>
              <a:ext cx="1582200" cy="1935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800">
                  <a:solidFill>
                    <a:schemeClr val="lt2"/>
                  </a:solidFill>
                  <a:latin typeface="Azeret Mono"/>
                  <a:ea typeface="Azeret Mono"/>
                  <a:cs typeface="Azeret Mono"/>
                  <a:sym typeface="Azeret Mono"/>
                </a:rPr>
                <a:t>Metric description</a:t>
              </a:r>
              <a:endParaRPr sz="800">
                <a:solidFill>
                  <a:schemeClr val="lt2"/>
                </a:solidFill>
                <a:latin typeface="Azeret Mono"/>
                <a:ea typeface="Azeret Mono"/>
                <a:cs typeface="Azeret Mono"/>
                <a:sym typeface="Azeret Mono"/>
              </a:endParaRPr>
            </a:p>
          </p:txBody>
        </p:sp>
        <p:sp>
          <p:nvSpPr>
            <p:cNvPr id="740" name="Google Shape;740;p78"/>
            <p:cNvSpPr txBox="1"/>
            <p:nvPr/>
          </p:nvSpPr>
          <p:spPr>
            <a:xfrm>
              <a:off x="3522225" y="1954250"/>
              <a:ext cx="1582200" cy="259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2400">
                  <a:solidFill>
                    <a:schemeClr val="lt2"/>
                  </a:solidFill>
                  <a:latin typeface="Arimo"/>
                  <a:ea typeface="Arimo"/>
                  <a:cs typeface="Arimo"/>
                  <a:sym typeface="Arimo"/>
                </a:rPr>
                <a:t>00</a:t>
              </a:r>
              <a:endParaRPr sz="2400">
                <a:solidFill>
                  <a:schemeClr val="lt2"/>
                </a:solidFill>
                <a:latin typeface="Arimo"/>
                <a:ea typeface="Arimo"/>
                <a:cs typeface="Arimo"/>
                <a:sym typeface="Arimo"/>
              </a:endParaRPr>
            </a:p>
          </p:txBody>
        </p:sp>
      </p:grpSp>
      <p:sp>
        <p:nvSpPr>
          <p:cNvPr id="741" name="Google Shape;741;p7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742" name="Google Shape;742;p7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743" name="Google Shape;743;p78"/>
          <p:cNvGrpSpPr/>
          <p:nvPr/>
        </p:nvGrpSpPr>
        <p:grpSpPr>
          <a:xfrm>
            <a:off x="4671650" y="1150500"/>
            <a:ext cx="1709100" cy="1128824"/>
            <a:chOff x="4671650" y="891500"/>
            <a:chExt cx="1709100" cy="1128824"/>
          </a:xfrm>
        </p:grpSpPr>
        <p:sp>
          <p:nvSpPr>
            <p:cNvPr id="744" name="Google Shape;744;p78"/>
            <p:cNvSpPr txBox="1"/>
            <p:nvPr/>
          </p:nvSpPr>
          <p:spPr>
            <a:xfrm>
              <a:off x="4671650" y="1775524"/>
              <a:ext cx="1709100" cy="2448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800">
                  <a:solidFill>
                    <a:schemeClr val="lt2"/>
                  </a:solidFill>
                  <a:latin typeface="Azeret Mono"/>
                  <a:ea typeface="Azeret Mono"/>
                  <a:cs typeface="Azeret Mono"/>
                  <a:sym typeface="Azeret Mono"/>
                </a:rPr>
                <a:t>Metric description</a:t>
              </a:r>
              <a:endParaRPr sz="800">
                <a:solidFill>
                  <a:schemeClr val="lt2"/>
                </a:solidFill>
                <a:latin typeface="Azeret Mono"/>
                <a:ea typeface="Azeret Mono"/>
                <a:cs typeface="Azeret Mono"/>
                <a:sym typeface="Azeret Mono"/>
              </a:endParaRPr>
            </a:p>
          </p:txBody>
        </p:sp>
        <p:sp>
          <p:nvSpPr>
            <p:cNvPr id="745" name="Google Shape;745;p78"/>
            <p:cNvSpPr/>
            <p:nvPr/>
          </p:nvSpPr>
          <p:spPr>
            <a:xfrm>
              <a:off x="4834700" y="891500"/>
              <a:ext cx="1383000" cy="7257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solidFill>
                  <a:schemeClr val="lt2"/>
                </a:solidFill>
                <a:latin typeface="Arimo"/>
                <a:ea typeface="Arimo"/>
                <a:cs typeface="Arimo"/>
                <a:sym typeface="Arimo"/>
              </a:endParaRPr>
            </a:p>
          </p:txBody>
        </p:sp>
        <p:sp>
          <p:nvSpPr>
            <p:cNvPr id="746" name="Google Shape;746;p78"/>
            <p:cNvSpPr/>
            <p:nvPr/>
          </p:nvSpPr>
          <p:spPr>
            <a:xfrm>
              <a:off x="4834704" y="1039901"/>
              <a:ext cx="1383000" cy="429000"/>
            </a:xfrm>
            <a:prstGeom prst="roundRect">
              <a:avLst>
                <a:gd fmla="val 10438"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lt2"/>
                  </a:solidFill>
                  <a:latin typeface="Arimo"/>
                  <a:ea typeface="Arimo"/>
                  <a:cs typeface="Arimo"/>
                  <a:sym typeface="Arimo"/>
                </a:rPr>
                <a:t>00</a:t>
              </a:r>
              <a:endParaRPr sz="2400">
                <a:solidFill>
                  <a:schemeClr val="lt2"/>
                </a:solidFill>
                <a:latin typeface="Arimo"/>
                <a:ea typeface="Arimo"/>
                <a:cs typeface="Arimo"/>
                <a:sym typeface="Arimo"/>
              </a:endParaRPr>
            </a:p>
          </p:txBody>
        </p:sp>
      </p:grpSp>
      <p:grpSp>
        <p:nvGrpSpPr>
          <p:cNvPr id="747" name="Google Shape;747;p78"/>
          <p:cNvGrpSpPr/>
          <p:nvPr/>
        </p:nvGrpSpPr>
        <p:grpSpPr>
          <a:xfrm>
            <a:off x="7356358" y="2404824"/>
            <a:ext cx="657874" cy="312936"/>
            <a:chOff x="7234759" y="2622475"/>
            <a:chExt cx="823166" cy="391562"/>
          </a:xfrm>
        </p:grpSpPr>
        <p:pic>
          <p:nvPicPr>
            <p:cNvPr descr="Soundwave icon. " id="748" name="Google Shape;748;p78"/>
            <p:cNvPicPr preferRelativeResize="0"/>
            <p:nvPr/>
          </p:nvPicPr>
          <p:blipFill>
            <a:blip r:embed="rId3">
              <a:alphaModFix/>
            </a:blip>
            <a:stretch>
              <a:fillRect/>
            </a:stretch>
          </p:blipFill>
          <p:spPr>
            <a:xfrm>
              <a:off x="7588562" y="2622475"/>
              <a:ext cx="469362" cy="391562"/>
            </a:xfrm>
            <a:prstGeom prst="rect">
              <a:avLst/>
            </a:prstGeom>
            <a:noFill/>
            <a:ln>
              <a:noFill/>
            </a:ln>
          </p:spPr>
        </p:pic>
        <p:grpSp>
          <p:nvGrpSpPr>
            <p:cNvPr id="749" name="Google Shape;749;p78"/>
            <p:cNvGrpSpPr/>
            <p:nvPr/>
          </p:nvGrpSpPr>
          <p:grpSpPr>
            <a:xfrm>
              <a:off x="7234759" y="2662144"/>
              <a:ext cx="221166" cy="312564"/>
              <a:chOff x="5133300" y="3748925"/>
              <a:chExt cx="146400" cy="206900"/>
            </a:xfrm>
          </p:grpSpPr>
          <p:sp>
            <p:nvSpPr>
              <p:cNvPr descr="Musical note icon. " id="750" name="Google Shape;750;p78"/>
              <p:cNvSpPr/>
              <p:nvPr/>
            </p:nvSpPr>
            <p:spPr>
              <a:xfrm>
                <a:off x="5133300" y="3870025"/>
                <a:ext cx="85800" cy="85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51" name="Google Shape;751;p78"/>
              <p:cNvCxnSpPr/>
              <p:nvPr/>
            </p:nvCxnSpPr>
            <p:spPr>
              <a:xfrm rot="10800000">
                <a:off x="5214175" y="3748925"/>
                <a:ext cx="0" cy="169800"/>
              </a:xfrm>
              <a:prstGeom prst="straightConnector1">
                <a:avLst/>
              </a:prstGeom>
              <a:noFill/>
              <a:ln cap="flat" cmpd="sng" w="9525">
                <a:solidFill>
                  <a:schemeClr val="lt2"/>
                </a:solidFill>
                <a:prstDash val="solid"/>
                <a:round/>
                <a:headEnd len="med" w="med" type="none"/>
                <a:tailEnd len="med" w="med" type="none"/>
              </a:ln>
            </p:spPr>
          </p:cxnSp>
          <p:sp>
            <p:nvSpPr>
              <p:cNvPr id="752" name="Google Shape;752;p78"/>
              <p:cNvSpPr/>
              <p:nvPr/>
            </p:nvSpPr>
            <p:spPr>
              <a:xfrm>
                <a:off x="5211000" y="3749000"/>
                <a:ext cx="68700" cy="3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753" name="Google Shape;753;p78"/>
          <p:cNvSpPr txBox="1"/>
          <p:nvPr>
            <p:ph idx="3"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7" name="Shape 757"/>
        <p:cNvGrpSpPr/>
        <p:nvPr/>
      </p:nvGrpSpPr>
      <p:grpSpPr>
        <a:xfrm>
          <a:off x="0" y="0"/>
          <a:ext cx="0" cy="0"/>
          <a:chOff x="0" y="0"/>
          <a:chExt cx="0" cy="0"/>
        </a:xfrm>
      </p:grpSpPr>
      <p:pic>
        <p:nvPicPr>
          <p:cNvPr id="758" name="Google Shape;758;p79"/>
          <p:cNvPicPr preferRelativeResize="0"/>
          <p:nvPr/>
        </p:nvPicPr>
        <p:blipFill>
          <a:blip r:embed="rId3">
            <a:alphaModFix/>
          </a:blip>
          <a:stretch>
            <a:fillRect/>
          </a:stretch>
        </p:blipFill>
        <p:spPr>
          <a:xfrm>
            <a:off x="277975" y="1570575"/>
            <a:ext cx="8572500" cy="3285900"/>
          </a:xfrm>
          <a:prstGeom prst="roundRect">
            <a:avLst>
              <a:gd fmla="val 8833" name="adj"/>
            </a:avLst>
          </a:prstGeom>
          <a:noFill/>
          <a:ln>
            <a:noFill/>
          </a:ln>
        </p:spPr>
      </p:pic>
      <p:grpSp>
        <p:nvGrpSpPr>
          <p:cNvPr id="759" name="Google Shape;759;p79"/>
          <p:cNvGrpSpPr/>
          <p:nvPr/>
        </p:nvGrpSpPr>
        <p:grpSpPr>
          <a:xfrm>
            <a:off x="277525" y="1570569"/>
            <a:ext cx="8592075" cy="3285900"/>
            <a:chOff x="277525" y="1570569"/>
            <a:chExt cx="8592075" cy="3285900"/>
          </a:xfrm>
        </p:grpSpPr>
        <p:grpSp>
          <p:nvGrpSpPr>
            <p:cNvPr id="760" name="Google Shape;760;p79"/>
            <p:cNvGrpSpPr/>
            <p:nvPr/>
          </p:nvGrpSpPr>
          <p:grpSpPr>
            <a:xfrm>
              <a:off x="1815475" y="1778500"/>
              <a:ext cx="7050350" cy="138600"/>
              <a:chOff x="1815475" y="1778500"/>
              <a:chExt cx="7050350" cy="138600"/>
            </a:xfrm>
          </p:grpSpPr>
          <p:sp>
            <p:nvSpPr>
              <p:cNvPr id="761" name="Google Shape;761;p79"/>
              <p:cNvSpPr txBox="1"/>
              <p:nvPr/>
            </p:nvSpPr>
            <p:spPr>
              <a:xfrm>
                <a:off x="1815475" y="177850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YOUR PRODUCT</a:t>
                </a:r>
                <a:endParaRPr sz="900">
                  <a:solidFill>
                    <a:schemeClr val="dk1"/>
                  </a:solidFill>
                  <a:latin typeface="Arimo"/>
                  <a:ea typeface="Arimo"/>
                  <a:cs typeface="Arimo"/>
                  <a:sym typeface="Arimo"/>
                </a:endParaRPr>
              </a:p>
            </p:txBody>
          </p:sp>
          <p:sp>
            <p:nvSpPr>
              <p:cNvPr id="762" name="Google Shape;762;p79"/>
              <p:cNvSpPr txBox="1"/>
              <p:nvPr/>
            </p:nvSpPr>
            <p:spPr>
              <a:xfrm>
                <a:off x="6515625" y="177850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COMPETITOR</a:t>
                </a:r>
                <a:endParaRPr sz="900">
                  <a:solidFill>
                    <a:schemeClr val="dk1"/>
                  </a:solidFill>
                  <a:latin typeface="Arimo"/>
                  <a:ea typeface="Arimo"/>
                  <a:cs typeface="Arimo"/>
                  <a:sym typeface="Arimo"/>
                </a:endParaRPr>
              </a:p>
            </p:txBody>
          </p:sp>
          <p:sp>
            <p:nvSpPr>
              <p:cNvPr id="763" name="Google Shape;763;p79"/>
              <p:cNvSpPr txBox="1"/>
              <p:nvPr/>
            </p:nvSpPr>
            <p:spPr>
              <a:xfrm>
                <a:off x="4165275" y="177850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COMPETITOR</a:t>
                </a:r>
                <a:endParaRPr sz="900">
                  <a:solidFill>
                    <a:schemeClr val="dk1"/>
                  </a:solidFill>
                  <a:latin typeface="Arimo"/>
                  <a:ea typeface="Arimo"/>
                  <a:cs typeface="Arimo"/>
                  <a:sym typeface="Arimo"/>
                </a:endParaRPr>
              </a:p>
            </p:txBody>
          </p:sp>
        </p:grpSp>
        <p:grpSp>
          <p:nvGrpSpPr>
            <p:cNvPr id="764" name="Google Shape;764;p79"/>
            <p:cNvGrpSpPr/>
            <p:nvPr/>
          </p:nvGrpSpPr>
          <p:grpSpPr>
            <a:xfrm>
              <a:off x="277974" y="2326150"/>
              <a:ext cx="8587851" cy="138600"/>
              <a:chOff x="277974" y="2326150"/>
              <a:chExt cx="8587851" cy="138600"/>
            </a:xfrm>
          </p:grpSpPr>
          <p:sp>
            <p:nvSpPr>
              <p:cNvPr id="765" name="Google Shape;765;p79"/>
              <p:cNvSpPr txBox="1"/>
              <p:nvPr/>
            </p:nvSpPr>
            <p:spPr>
              <a:xfrm>
                <a:off x="277974" y="2326150"/>
                <a:ext cx="1537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FEATURE OR BENEFIT</a:t>
                </a:r>
                <a:endParaRPr sz="900">
                  <a:solidFill>
                    <a:schemeClr val="dk1"/>
                  </a:solidFill>
                  <a:latin typeface="Arimo"/>
                  <a:ea typeface="Arimo"/>
                  <a:cs typeface="Arimo"/>
                  <a:sym typeface="Arimo"/>
                </a:endParaRPr>
              </a:p>
            </p:txBody>
          </p:sp>
          <p:sp>
            <p:nvSpPr>
              <p:cNvPr id="766" name="Google Shape;766;p79"/>
              <p:cNvSpPr txBox="1"/>
              <p:nvPr/>
            </p:nvSpPr>
            <p:spPr>
              <a:xfrm>
                <a:off x="1815475" y="232615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Min/Max</a:t>
                </a:r>
                <a:endParaRPr sz="900">
                  <a:solidFill>
                    <a:schemeClr val="dk1"/>
                  </a:solidFill>
                  <a:latin typeface="Arimo"/>
                  <a:ea typeface="Arimo"/>
                  <a:cs typeface="Arimo"/>
                  <a:sym typeface="Arimo"/>
                </a:endParaRPr>
              </a:p>
            </p:txBody>
          </p:sp>
          <p:sp>
            <p:nvSpPr>
              <p:cNvPr id="767" name="Google Shape;767;p79"/>
              <p:cNvSpPr txBox="1"/>
              <p:nvPr/>
            </p:nvSpPr>
            <p:spPr>
              <a:xfrm>
                <a:off x="4165275" y="232615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Min/Max</a:t>
                </a:r>
                <a:endParaRPr sz="900">
                  <a:solidFill>
                    <a:schemeClr val="dk1"/>
                  </a:solidFill>
                  <a:latin typeface="Arimo"/>
                  <a:ea typeface="Arimo"/>
                  <a:cs typeface="Arimo"/>
                  <a:sym typeface="Arimo"/>
                </a:endParaRPr>
              </a:p>
            </p:txBody>
          </p:sp>
          <p:sp>
            <p:nvSpPr>
              <p:cNvPr id="768" name="Google Shape;768;p79"/>
              <p:cNvSpPr txBox="1"/>
              <p:nvPr/>
            </p:nvSpPr>
            <p:spPr>
              <a:xfrm>
                <a:off x="6515625" y="232615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Min/Max</a:t>
                </a:r>
                <a:endParaRPr sz="900">
                  <a:solidFill>
                    <a:schemeClr val="dk1"/>
                  </a:solidFill>
                  <a:latin typeface="Arimo"/>
                  <a:ea typeface="Arimo"/>
                  <a:cs typeface="Arimo"/>
                  <a:sym typeface="Arimo"/>
                </a:endParaRPr>
              </a:p>
            </p:txBody>
          </p:sp>
        </p:grpSp>
        <p:grpSp>
          <p:nvGrpSpPr>
            <p:cNvPr id="769" name="Google Shape;769;p79"/>
            <p:cNvGrpSpPr/>
            <p:nvPr/>
          </p:nvGrpSpPr>
          <p:grpSpPr>
            <a:xfrm>
              <a:off x="288400" y="1570569"/>
              <a:ext cx="8581200" cy="3285900"/>
              <a:chOff x="288400" y="1570569"/>
              <a:chExt cx="8581200" cy="3285900"/>
            </a:xfrm>
          </p:grpSpPr>
          <p:cxnSp>
            <p:nvCxnSpPr>
              <p:cNvPr id="770" name="Google Shape;770;p79"/>
              <p:cNvCxnSpPr/>
              <p:nvPr/>
            </p:nvCxnSpPr>
            <p:spPr>
              <a:xfrm>
                <a:off x="1815200"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771" name="Google Shape;771;p79"/>
              <p:cNvCxnSpPr/>
              <p:nvPr/>
            </p:nvCxnSpPr>
            <p:spPr>
              <a:xfrm>
                <a:off x="4165225"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772" name="Google Shape;772;p79"/>
              <p:cNvCxnSpPr/>
              <p:nvPr/>
            </p:nvCxnSpPr>
            <p:spPr>
              <a:xfrm rot="10800000">
                <a:off x="288400" y="2121550"/>
                <a:ext cx="8581200" cy="0"/>
              </a:xfrm>
              <a:prstGeom prst="straightConnector1">
                <a:avLst/>
              </a:prstGeom>
              <a:noFill/>
              <a:ln cap="flat" cmpd="sng" w="9525">
                <a:solidFill>
                  <a:schemeClr val="lt2"/>
                </a:solidFill>
                <a:prstDash val="solid"/>
                <a:round/>
                <a:headEnd len="med" w="med" type="none"/>
                <a:tailEnd len="med" w="med" type="none"/>
              </a:ln>
            </p:spPr>
          </p:cxnSp>
          <p:cxnSp>
            <p:nvCxnSpPr>
              <p:cNvPr id="773" name="Google Shape;773;p79"/>
              <p:cNvCxnSpPr/>
              <p:nvPr/>
            </p:nvCxnSpPr>
            <p:spPr>
              <a:xfrm rot="10800000">
                <a:off x="288400" y="2669195"/>
                <a:ext cx="8581200" cy="0"/>
              </a:xfrm>
              <a:prstGeom prst="straightConnector1">
                <a:avLst/>
              </a:prstGeom>
              <a:noFill/>
              <a:ln cap="flat" cmpd="sng" w="9525">
                <a:solidFill>
                  <a:schemeClr val="lt2"/>
                </a:solidFill>
                <a:prstDash val="solid"/>
                <a:round/>
                <a:headEnd len="med" w="med" type="none"/>
                <a:tailEnd len="med" w="med" type="none"/>
              </a:ln>
            </p:spPr>
          </p:cxnSp>
          <p:cxnSp>
            <p:nvCxnSpPr>
              <p:cNvPr id="774" name="Google Shape;774;p79"/>
              <p:cNvCxnSpPr/>
              <p:nvPr/>
            </p:nvCxnSpPr>
            <p:spPr>
              <a:xfrm>
                <a:off x="6515400"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775" name="Google Shape;775;p79"/>
              <p:cNvCxnSpPr/>
              <p:nvPr/>
            </p:nvCxnSpPr>
            <p:spPr>
              <a:xfrm rot="10800000">
                <a:off x="288400" y="3216860"/>
                <a:ext cx="8581200" cy="0"/>
              </a:xfrm>
              <a:prstGeom prst="straightConnector1">
                <a:avLst/>
              </a:prstGeom>
              <a:noFill/>
              <a:ln cap="flat" cmpd="sng" w="9525">
                <a:solidFill>
                  <a:schemeClr val="lt2"/>
                </a:solidFill>
                <a:prstDash val="solid"/>
                <a:round/>
                <a:headEnd len="med" w="med" type="none"/>
                <a:tailEnd len="med" w="med" type="none"/>
              </a:ln>
            </p:spPr>
          </p:cxnSp>
          <p:cxnSp>
            <p:nvCxnSpPr>
              <p:cNvPr id="776" name="Google Shape;776;p79"/>
              <p:cNvCxnSpPr/>
              <p:nvPr/>
            </p:nvCxnSpPr>
            <p:spPr>
              <a:xfrm rot="10800000">
                <a:off x="288400" y="3764524"/>
                <a:ext cx="8581200" cy="0"/>
              </a:xfrm>
              <a:prstGeom prst="straightConnector1">
                <a:avLst/>
              </a:prstGeom>
              <a:noFill/>
              <a:ln cap="flat" cmpd="sng" w="9525">
                <a:solidFill>
                  <a:schemeClr val="lt2"/>
                </a:solidFill>
                <a:prstDash val="solid"/>
                <a:round/>
                <a:headEnd len="med" w="med" type="none"/>
                <a:tailEnd len="med" w="med" type="none"/>
              </a:ln>
            </p:spPr>
          </p:cxnSp>
          <p:cxnSp>
            <p:nvCxnSpPr>
              <p:cNvPr id="777" name="Google Shape;777;p79"/>
              <p:cNvCxnSpPr/>
              <p:nvPr/>
            </p:nvCxnSpPr>
            <p:spPr>
              <a:xfrm rot="10800000">
                <a:off x="288400" y="4312189"/>
                <a:ext cx="8581200" cy="0"/>
              </a:xfrm>
              <a:prstGeom prst="straightConnector1">
                <a:avLst/>
              </a:prstGeom>
              <a:noFill/>
              <a:ln cap="flat" cmpd="sng" w="9525">
                <a:solidFill>
                  <a:schemeClr val="lt2"/>
                </a:solidFill>
                <a:prstDash val="solid"/>
                <a:round/>
                <a:headEnd len="med" w="med" type="none"/>
                <a:tailEnd len="med" w="med" type="none"/>
              </a:ln>
            </p:spPr>
          </p:cxnSp>
        </p:grpSp>
        <p:grpSp>
          <p:nvGrpSpPr>
            <p:cNvPr id="778" name="Google Shape;778;p79"/>
            <p:cNvGrpSpPr/>
            <p:nvPr/>
          </p:nvGrpSpPr>
          <p:grpSpPr>
            <a:xfrm>
              <a:off x="277974" y="2847036"/>
              <a:ext cx="7508650" cy="192000"/>
              <a:chOff x="277974" y="2847036"/>
              <a:chExt cx="7508650" cy="192000"/>
            </a:xfrm>
          </p:grpSpPr>
          <p:sp>
            <p:nvSpPr>
              <p:cNvPr id="779" name="Google Shape;779;p79"/>
              <p:cNvSpPr txBox="1"/>
              <p:nvPr/>
            </p:nvSpPr>
            <p:spPr>
              <a:xfrm>
                <a:off x="277974" y="2873813"/>
                <a:ext cx="1537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FEATURE OR BENEFIT</a:t>
                </a:r>
                <a:endParaRPr sz="900">
                  <a:solidFill>
                    <a:schemeClr val="dk1"/>
                  </a:solidFill>
                  <a:latin typeface="Arimo"/>
                  <a:ea typeface="Arimo"/>
                  <a:cs typeface="Arimo"/>
                  <a:sym typeface="Arimo"/>
                </a:endParaRPr>
              </a:p>
            </p:txBody>
          </p:sp>
          <p:sp>
            <p:nvSpPr>
              <p:cNvPr id="780" name="Google Shape;780;p79"/>
              <p:cNvSpPr txBox="1"/>
              <p:nvPr/>
            </p:nvSpPr>
            <p:spPr>
              <a:xfrm>
                <a:off x="1814900" y="287380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t>
                </a:r>
                <a:endParaRPr sz="900">
                  <a:solidFill>
                    <a:schemeClr val="dk1"/>
                  </a:solidFill>
                  <a:latin typeface="Arimo"/>
                  <a:ea typeface="Arimo"/>
                  <a:cs typeface="Arimo"/>
                  <a:sym typeface="Arimo"/>
                </a:endParaRPr>
              </a:p>
            </p:txBody>
          </p:sp>
          <p:sp>
            <p:nvSpPr>
              <p:cNvPr id="781" name="Google Shape;781;p79"/>
              <p:cNvSpPr txBox="1"/>
              <p:nvPr/>
            </p:nvSpPr>
            <p:spPr>
              <a:xfrm>
                <a:off x="4165200" y="287380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t>
                </a:r>
                <a:endParaRPr sz="900">
                  <a:solidFill>
                    <a:schemeClr val="dk1"/>
                  </a:solidFill>
                  <a:latin typeface="Arimo"/>
                  <a:ea typeface="Arimo"/>
                  <a:cs typeface="Arimo"/>
                  <a:sym typeface="Arimo"/>
                </a:endParaRPr>
              </a:p>
            </p:txBody>
          </p:sp>
          <p:pic>
            <p:nvPicPr>
              <p:cNvPr id="782" name="Google Shape;782;p79"/>
              <p:cNvPicPr preferRelativeResize="0"/>
              <p:nvPr/>
            </p:nvPicPr>
            <p:blipFill>
              <a:blip r:embed="rId4">
                <a:alphaModFix/>
              </a:blip>
              <a:stretch>
                <a:fillRect/>
              </a:stretch>
            </p:blipFill>
            <p:spPr>
              <a:xfrm>
                <a:off x="7594624" y="2847036"/>
                <a:ext cx="192000" cy="192000"/>
              </a:xfrm>
              <a:prstGeom prst="rect">
                <a:avLst/>
              </a:prstGeom>
              <a:noFill/>
              <a:ln>
                <a:noFill/>
              </a:ln>
            </p:spPr>
          </p:pic>
        </p:grpSp>
        <p:grpSp>
          <p:nvGrpSpPr>
            <p:cNvPr id="783" name="Google Shape;783;p79"/>
            <p:cNvGrpSpPr/>
            <p:nvPr/>
          </p:nvGrpSpPr>
          <p:grpSpPr>
            <a:xfrm>
              <a:off x="277525" y="3394686"/>
              <a:ext cx="7509099" cy="192013"/>
              <a:chOff x="277525" y="3394686"/>
              <a:chExt cx="7509099" cy="192013"/>
            </a:xfrm>
          </p:grpSpPr>
          <p:sp>
            <p:nvSpPr>
              <p:cNvPr id="784" name="Google Shape;784;p79"/>
              <p:cNvSpPr txBox="1"/>
              <p:nvPr/>
            </p:nvSpPr>
            <p:spPr>
              <a:xfrm>
                <a:off x="277525" y="3421476"/>
                <a:ext cx="1537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FEATURE OR BENEFIT</a:t>
                </a:r>
                <a:endParaRPr sz="900">
                  <a:solidFill>
                    <a:schemeClr val="dk1"/>
                  </a:solidFill>
                  <a:latin typeface="Arimo"/>
                  <a:ea typeface="Arimo"/>
                  <a:cs typeface="Arimo"/>
                  <a:sym typeface="Arimo"/>
                </a:endParaRPr>
              </a:p>
            </p:txBody>
          </p:sp>
          <p:sp>
            <p:nvSpPr>
              <p:cNvPr id="785" name="Google Shape;785;p79"/>
              <p:cNvSpPr txBox="1"/>
              <p:nvPr/>
            </p:nvSpPr>
            <p:spPr>
              <a:xfrm>
                <a:off x="4165200" y="3421467"/>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t>
                </a:r>
                <a:endParaRPr sz="900">
                  <a:solidFill>
                    <a:schemeClr val="dk1"/>
                  </a:solidFill>
                  <a:latin typeface="Arimo"/>
                  <a:ea typeface="Arimo"/>
                  <a:cs typeface="Arimo"/>
                  <a:sym typeface="Arimo"/>
                </a:endParaRPr>
              </a:p>
            </p:txBody>
          </p:sp>
          <p:pic>
            <p:nvPicPr>
              <p:cNvPr id="786" name="Google Shape;786;p79"/>
              <p:cNvPicPr preferRelativeResize="0"/>
              <p:nvPr/>
            </p:nvPicPr>
            <p:blipFill>
              <a:blip r:embed="rId4">
                <a:alphaModFix/>
              </a:blip>
              <a:stretch>
                <a:fillRect/>
              </a:stretch>
            </p:blipFill>
            <p:spPr>
              <a:xfrm>
                <a:off x="2894211" y="3394686"/>
                <a:ext cx="192000" cy="192000"/>
              </a:xfrm>
              <a:prstGeom prst="rect">
                <a:avLst/>
              </a:prstGeom>
              <a:noFill/>
              <a:ln>
                <a:noFill/>
              </a:ln>
            </p:spPr>
          </p:pic>
          <p:pic>
            <p:nvPicPr>
              <p:cNvPr id="787" name="Google Shape;787;p79"/>
              <p:cNvPicPr preferRelativeResize="0"/>
              <p:nvPr/>
            </p:nvPicPr>
            <p:blipFill>
              <a:blip r:embed="rId4">
                <a:alphaModFix/>
              </a:blip>
              <a:stretch>
                <a:fillRect/>
              </a:stretch>
            </p:blipFill>
            <p:spPr>
              <a:xfrm>
                <a:off x="7594624" y="3394699"/>
                <a:ext cx="192000" cy="192000"/>
              </a:xfrm>
              <a:prstGeom prst="rect">
                <a:avLst/>
              </a:prstGeom>
              <a:noFill/>
              <a:ln>
                <a:noFill/>
              </a:ln>
            </p:spPr>
          </p:pic>
        </p:grpSp>
        <p:grpSp>
          <p:nvGrpSpPr>
            <p:cNvPr id="788" name="Google Shape;788;p79"/>
            <p:cNvGrpSpPr/>
            <p:nvPr/>
          </p:nvGrpSpPr>
          <p:grpSpPr>
            <a:xfrm>
              <a:off x="277974" y="3942361"/>
              <a:ext cx="7508650" cy="192000"/>
              <a:chOff x="277974" y="3942361"/>
              <a:chExt cx="7508650" cy="192000"/>
            </a:xfrm>
          </p:grpSpPr>
          <p:sp>
            <p:nvSpPr>
              <p:cNvPr id="789" name="Google Shape;789;p79"/>
              <p:cNvSpPr txBox="1"/>
              <p:nvPr/>
            </p:nvSpPr>
            <p:spPr>
              <a:xfrm>
                <a:off x="277974" y="3969139"/>
                <a:ext cx="1537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FEATURE OR BENEFIT</a:t>
                </a:r>
                <a:endParaRPr sz="900">
                  <a:solidFill>
                    <a:schemeClr val="dk1"/>
                  </a:solidFill>
                  <a:latin typeface="Arimo"/>
                  <a:ea typeface="Arimo"/>
                  <a:cs typeface="Arimo"/>
                  <a:sym typeface="Arimo"/>
                </a:endParaRPr>
              </a:p>
            </p:txBody>
          </p:sp>
          <p:sp>
            <p:nvSpPr>
              <p:cNvPr id="790" name="Google Shape;790;p79"/>
              <p:cNvSpPr txBox="1"/>
              <p:nvPr/>
            </p:nvSpPr>
            <p:spPr>
              <a:xfrm>
                <a:off x="1814900" y="3969150"/>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t>
                </a:r>
                <a:endParaRPr sz="900">
                  <a:solidFill>
                    <a:schemeClr val="dk1"/>
                  </a:solidFill>
                  <a:latin typeface="Arimo"/>
                  <a:ea typeface="Arimo"/>
                  <a:cs typeface="Arimo"/>
                  <a:sym typeface="Arimo"/>
                </a:endParaRPr>
              </a:p>
            </p:txBody>
          </p:sp>
          <p:pic>
            <p:nvPicPr>
              <p:cNvPr id="791" name="Google Shape;791;p79"/>
              <p:cNvPicPr preferRelativeResize="0"/>
              <p:nvPr/>
            </p:nvPicPr>
            <p:blipFill>
              <a:blip r:embed="rId4">
                <a:alphaModFix/>
              </a:blip>
              <a:stretch>
                <a:fillRect/>
              </a:stretch>
            </p:blipFill>
            <p:spPr>
              <a:xfrm>
                <a:off x="5244311" y="3942361"/>
                <a:ext cx="192000" cy="192000"/>
              </a:xfrm>
              <a:prstGeom prst="rect">
                <a:avLst/>
              </a:prstGeom>
              <a:noFill/>
              <a:ln>
                <a:noFill/>
              </a:ln>
            </p:spPr>
          </p:pic>
          <p:pic>
            <p:nvPicPr>
              <p:cNvPr id="792" name="Google Shape;792;p79"/>
              <p:cNvPicPr preferRelativeResize="0"/>
              <p:nvPr/>
            </p:nvPicPr>
            <p:blipFill>
              <a:blip r:embed="rId4">
                <a:alphaModFix/>
              </a:blip>
              <a:stretch>
                <a:fillRect/>
              </a:stretch>
            </p:blipFill>
            <p:spPr>
              <a:xfrm>
                <a:off x="7594624" y="3942361"/>
                <a:ext cx="192000" cy="192000"/>
              </a:xfrm>
              <a:prstGeom prst="rect">
                <a:avLst/>
              </a:prstGeom>
              <a:noFill/>
              <a:ln>
                <a:noFill/>
              </a:ln>
            </p:spPr>
          </p:pic>
        </p:grpSp>
        <p:grpSp>
          <p:nvGrpSpPr>
            <p:cNvPr id="793" name="Google Shape;793;p79"/>
            <p:cNvGrpSpPr/>
            <p:nvPr/>
          </p:nvGrpSpPr>
          <p:grpSpPr>
            <a:xfrm>
              <a:off x="277974" y="4490049"/>
              <a:ext cx="7508650" cy="192188"/>
              <a:chOff x="277974" y="4490049"/>
              <a:chExt cx="7508650" cy="192188"/>
            </a:xfrm>
          </p:grpSpPr>
          <p:sp>
            <p:nvSpPr>
              <p:cNvPr id="794" name="Google Shape;794;p79"/>
              <p:cNvSpPr txBox="1"/>
              <p:nvPr/>
            </p:nvSpPr>
            <p:spPr>
              <a:xfrm>
                <a:off x="277974" y="4524600"/>
                <a:ext cx="1537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FEATURE OR BENEFIT</a:t>
                </a:r>
                <a:endParaRPr sz="900">
                  <a:solidFill>
                    <a:schemeClr val="dk1"/>
                  </a:solidFill>
                  <a:latin typeface="Arimo"/>
                  <a:ea typeface="Arimo"/>
                  <a:cs typeface="Arimo"/>
                  <a:sym typeface="Arimo"/>
                </a:endParaRPr>
              </a:p>
            </p:txBody>
          </p:sp>
          <p:sp>
            <p:nvSpPr>
              <p:cNvPr id="795" name="Google Shape;795;p79"/>
              <p:cNvSpPr txBox="1"/>
              <p:nvPr/>
            </p:nvSpPr>
            <p:spPr>
              <a:xfrm>
                <a:off x="4165200" y="4524599"/>
                <a:ext cx="2350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t>
                </a:r>
                <a:endParaRPr sz="900">
                  <a:solidFill>
                    <a:schemeClr val="dk1"/>
                  </a:solidFill>
                  <a:latin typeface="Arimo"/>
                  <a:ea typeface="Arimo"/>
                  <a:cs typeface="Arimo"/>
                  <a:sym typeface="Arimo"/>
                </a:endParaRPr>
              </a:p>
            </p:txBody>
          </p:sp>
          <p:pic>
            <p:nvPicPr>
              <p:cNvPr id="796" name="Google Shape;796;p79"/>
              <p:cNvPicPr preferRelativeResize="0"/>
              <p:nvPr/>
            </p:nvPicPr>
            <p:blipFill>
              <a:blip r:embed="rId4">
                <a:alphaModFix/>
              </a:blip>
              <a:stretch>
                <a:fillRect/>
              </a:stretch>
            </p:blipFill>
            <p:spPr>
              <a:xfrm>
                <a:off x="2894211" y="4490236"/>
                <a:ext cx="192000" cy="192000"/>
              </a:xfrm>
              <a:prstGeom prst="rect">
                <a:avLst/>
              </a:prstGeom>
              <a:noFill/>
              <a:ln>
                <a:noFill/>
              </a:ln>
            </p:spPr>
          </p:pic>
          <p:pic>
            <p:nvPicPr>
              <p:cNvPr id="797" name="Google Shape;797;p79"/>
              <p:cNvPicPr preferRelativeResize="0"/>
              <p:nvPr/>
            </p:nvPicPr>
            <p:blipFill>
              <a:blip r:embed="rId4">
                <a:alphaModFix/>
              </a:blip>
              <a:stretch>
                <a:fillRect/>
              </a:stretch>
            </p:blipFill>
            <p:spPr>
              <a:xfrm>
                <a:off x="7594624" y="4490049"/>
                <a:ext cx="192000" cy="192000"/>
              </a:xfrm>
              <a:prstGeom prst="rect">
                <a:avLst/>
              </a:prstGeom>
              <a:noFill/>
              <a:ln>
                <a:noFill/>
              </a:ln>
            </p:spPr>
          </p:pic>
        </p:grpSp>
      </p:grpSp>
      <p:sp>
        <p:nvSpPr>
          <p:cNvPr id="798" name="Google Shape;798;p79"/>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Comparison chart</a:t>
            </a:r>
            <a:endParaRPr/>
          </a:p>
        </p:txBody>
      </p:sp>
      <p:sp>
        <p:nvSpPr>
          <p:cNvPr id="799" name="Google Shape;799;p79"/>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800" name="Google Shape;800;p79"/>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801" name="Google Shape;801;p7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5" name="Shape 805"/>
        <p:cNvGrpSpPr/>
        <p:nvPr/>
      </p:nvGrpSpPr>
      <p:grpSpPr>
        <a:xfrm>
          <a:off x="0" y="0"/>
          <a:ext cx="0" cy="0"/>
          <a:chOff x="0" y="0"/>
          <a:chExt cx="0" cy="0"/>
        </a:xfrm>
      </p:grpSpPr>
      <p:sp>
        <p:nvSpPr>
          <p:cNvPr id="806" name="Google Shape;806;p80"/>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Target audiences</a:t>
            </a:r>
            <a:endParaRPr/>
          </a:p>
        </p:txBody>
      </p:sp>
      <p:pic>
        <p:nvPicPr>
          <p:cNvPr descr="A woman stands in a train, holding takeaway coffee." id="807" name="Google Shape;807;p80"/>
          <p:cNvPicPr preferRelativeResize="0"/>
          <p:nvPr>
            <p:ph idx="2" type="pic"/>
          </p:nvPr>
        </p:nvPicPr>
        <p:blipFill rotWithShape="1">
          <a:blip r:embed="rId3">
            <a:alphaModFix/>
          </a:blip>
          <a:srcRect b="0" l="41548" r="21318" t="0"/>
          <a:stretch/>
        </p:blipFill>
        <p:spPr>
          <a:xfrm>
            <a:off x="2021325" y="1854425"/>
            <a:ext cx="1679100" cy="3013800"/>
          </a:xfrm>
          <a:prstGeom prst="roundRect">
            <a:avLst>
              <a:gd fmla="val 16667" name="adj"/>
            </a:avLst>
          </a:prstGeom>
        </p:spPr>
      </p:pic>
      <p:pic>
        <p:nvPicPr>
          <p:cNvPr descr="A woman focuses on her computer monitor. " id="808" name="Google Shape;808;p80"/>
          <p:cNvPicPr preferRelativeResize="0"/>
          <p:nvPr>
            <p:ph idx="3" type="pic"/>
          </p:nvPr>
        </p:nvPicPr>
        <p:blipFill rotWithShape="1">
          <a:blip r:embed="rId4">
            <a:alphaModFix/>
          </a:blip>
          <a:srcRect b="0" l="26376" r="36491" t="0"/>
          <a:stretch/>
        </p:blipFill>
        <p:spPr>
          <a:xfrm>
            <a:off x="5444400" y="1854425"/>
            <a:ext cx="1679100" cy="3013800"/>
          </a:xfrm>
          <a:prstGeom prst="roundRect">
            <a:avLst>
              <a:gd fmla="val 16667" name="adj"/>
            </a:avLst>
          </a:prstGeom>
        </p:spPr>
      </p:pic>
      <p:sp>
        <p:nvSpPr>
          <p:cNvPr id="809" name="Google Shape;809;p80"/>
          <p:cNvSpPr txBox="1"/>
          <p:nvPr>
            <p:ph idx="1" type="subTitle"/>
          </p:nvPr>
        </p:nvSpPr>
        <p:spPr>
          <a:xfrm>
            <a:off x="3700500" y="3326350"/>
            <a:ext cx="1743900" cy="4536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Audience 1</a:t>
            </a:r>
            <a:endParaRPr/>
          </a:p>
        </p:txBody>
      </p:sp>
      <p:sp>
        <p:nvSpPr>
          <p:cNvPr id="810" name="Google Shape;810;p80"/>
          <p:cNvSpPr txBox="1"/>
          <p:nvPr>
            <p:ph idx="4" type="body"/>
          </p:nvPr>
        </p:nvSpPr>
        <p:spPr>
          <a:xfrm>
            <a:off x="3700500" y="3850823"/>
            <a:ext cx="17439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Describe a hypothetical product user. Mention their interests, needs, and pain points. You can also add biographical info, such as age range, profession, education, and skills. </a:t>
            </a:r>
            <a:endParaRPr sz="800"/>
          </a:p>
        </p:txBody>
      </p:sp>
      <p:sp>
        <p:nvSpPr>
          <p:cNvPr id="811" name="Google Shape;811;p80"/>
          <p:cNvSpPr txBox="1"/>
          <p:nvPr>
            <p:ph idx="5" type="subTitle"/>
          </p:nvPr>
        </p:nvSpPr>
        <p:spPr>
          <a:xfrm>
            <a:off x="7123575" y="3326350"/>
            <a:ext cx="1743900" cy="453600"/>
          </a:xfrm>
          <a:prstGeom prst="rect">
            <a:avLst/>
          </a:prstGeom>
        </p:spPr>
        <p:txBody>
          <a:bodyPr anchorCtr="0" anchor="b" bIns="0" lIns="91425" spcFirstLastPara="1" rIns="91425" wrap="square" tIns="0">
            <a:noAutofit/>
          </a:bodyPr>
          <a:lstStyle/>
          <a:p>
            <a:pPr indent="0" lvl="0" marL="0" rtl="0" algn="l">
              <a:spcBef>
                <a:spcPts val="0"/>
              </a:spcBef>
              <a:spcAft>
                <a:spcPts val="0"/>
              </a:spcAft>
              <a:buNone/>
            </a:pPr>
            <a:r>
              <a:rPr lang="en"/>
              <a:t>Audience 2</a:t>
            </a:r>
            <a:endParaRPr/>
          </a:p>
        </p:txBody>
      </p:sp>
      <p:sp>
        <p:nvSpPr>
          <p:cNvPr id="812" name="Google Shape;812;p80"/>
          <p:cNvSpPr txBox="1"/>
          <p:nvPr>
            <p:ph idx="6" type="body"/>
          </p:nvPr>
        </p:nvSpPr>
        <p:spPr>
          <a:xfrm>
            <a:off x="7123575" y="3850823"/>
            <a:ext cx="1743900" cy="9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800"/>
              <a:t>Describe a hypothetical product user. Mention their interests, needs, and pain points. You can also add biographical info, such as age range, profession, education, and skills. </a:t>
            </a:r>
            <a:endParaRPr sz="800"/>
          </a:p>
        </p:txBody>
      </p:sp>
      <p:sp>
        <p:nvSpPr>
          <p:cNvPr id="813" name="Google Shape;813;p80"/>
          <p:cNvSpPr txBox="1"/>
          <p:nvPr>
            <p:ph idx="7"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814" name="Google Shape;814;p80"/>
          <p:cNvSpPr txBox="1"/>
          <p:nvPr>
            <p:ph idx="8"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815" name="Google Shape;815;p8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9" name="Shape 819"/>
        <p:cNvGrpSpPr/>
        <p:nvPr/>
      </p:nvGrpSpPr>
      <p:grpSpPr>
        <a:xfrm>
          <a:off x="0" y="0"/>
          <a:ext cx="0" cy="0"/>
          <a:chOff x="0" y="0"/>
          <a:chExt cx="0" cy="0"/>
        </a:xfrm>
      </p:grpSpPr>
      <p:pic>
        <p:nvPicPr>
          <p:cNvPr id="820" name="Google Shape;820;p81"/>
          <p:cNvPicPr preferRelativeResize="0"/>
          <p:nvPr/>
        </p:nvPicPr>
        <p:blipFill rotWithShape="1">
          <a:blip r:embed="rId3">
            <a:alphaModFix amt="10000"/>
          </a:blip>
          <a:srcRect b="14553" l="1069" r="50141" t="20939"/>
          <a:stretch/>
        </p:blipFill>
        <p:spPr>
          <a:xfrm>
            <a:off x="274125" y="1863575"/>
            <a:ext cx="4236300" cy="2995200"/>
          </a:xfrm>
          <a:prstGeom prst="roundRect">
            <a:avLst>
              <a:gd fmla="val 10347" name="adj"/>
            </a:avLst>
          </a:prstGeom>
          <a:noFill/>
          <a:ln>
            <a:noFill/>
          </a:ln>
        </p:spPr>
      </p:pic>
      <p:pic>
        <p:nvPicPr>
          <p:cNvPr id="821" name="Google Shape;821;p81"/>
          <p:cNvPicPr preferRelativeResize="0"/>
          <p:nvPr/>
        </p:nvPicPr>
        <p:blipFill rotWithShape="1">
          <a:blip r:embed="rId3">
            <a:alphaModFix amt="10000"/>
          </a:blip>
          <a:srcRect b="14553" l="1069" r="50141" t="20939"/>
          <a:stretch/>
        </p:blipFill>
        <p:spPr>
          <a:xfrm>
            <a:off x="4631050" y="1863575"/>
            <a:ext cx="4236300" cy="2995200"/>
          </a:xfrm>
          <a:prstGeom prst="roundRect">
            <a:avLst>
              <a:gd fmla="val 10347" name="adj"/>
            </a:avLst>
          </a:prstGeom>
          <a:noFill/>
          <a:ln>
            <a:noFill/>
          </a:ln>
        </p:spPr>
      </p:pic>
      <p:sp>
        <p:nvSpPr>
          <p:cNvPr id="822" name="Google Shape;822;p81"/>
          <p:cNvSpPr/>
          <p:nvPr/>
        </p:nvSpPr>
        <p:spPr>
          <a:xfrm>
            <a:off x="447100" y="2024825"/>
            <a:ext cx="585300" cy="585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dk1"/>
              </a:solidFill>
              <a:latin typeface="Arimo"/>
              <a:ea typeface="Arimo"/>
              <a:cs typeface="Arimo"/>
              <a:sym typeface="Arimo"/>
            </a:endParaRPr>
          </a:p>
        </p:txBody>
      </p:sp>
      <p:sp>
        <p:nvSpPr>
          <p:cNvPr id="823" name="Google Shape;823;p81"/>
          <p:cNvSpPr/>
          <p:nvPr/>
        </p:nvSpPr>
        <p:spPr>
          <a:xfrm>
            <a:off x="4835675" y="2024825"/>
            <a:ext cx="585300" cy="585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dk1"/>
              </a:solidFill>
              <a:latin typeface="Arimo"/>
              <a:ea typeface="Arimo"/>
              <a:cs typeface="Arimo"/>
              <a:sym typeface="Arimo"/>
            </a:endParaRPr>
          </a:p>
        </p:txBody>
      </p:sp>
      <p:sp>
        <p:nvSpPr>
          <p:cNvPr id="824" name="Google Shape;824;p81"/>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Target audiences</a:t>
            </a:r>
            <a:endParaRPr/>
          </a:p>
        </p:txBody>
      </p:sp>
      <p:sp>
        <p:nvSpPr>
          <p:cNvPr id="825" name="Google Shape;825;p81"/>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826" name="Google Shape;826;p81"/>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827" name="Google Shape;827;p81"/>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grpSp>
        <p:nvGrpSpPr>
          <p:cNvPr id="828" name="Google Shape;828;p81"/>
          <p:cNvGrpSpPr/>
          <p:nvPr/>
        </p:nvGrpSpPr>
        <p:grpSpPr>
          <a:xfrm>
            <a:off x="4983738" y="2184175"/>
            <a:ext cx="289163" cy="266601"/>
            <a:chOff x="4983738" y="2184175"/>
            <a:chExt cx="289163" cy="266601"/>
          </a:xfrm>
        </p:grpSpPr>
        <p:sp>
          <p:nvSpPr>
            <p:cNvPr id="829" name="Google Shape;829;p81"/>
            <p:cNvSpPr/>
            <p:nvPr/>
          </p:nvSpPr>
          <p:spPr>
            <a:xfrm>
              <a:off x="4983738" y="2184175"/>
              <a:ext cx="289150" cy="171300"/>
            </a:xfrm>
            <a:custGeom>
              <a:rect b="b" l="l" r="r" t="t"/>
              <a:pathLst>
                <a:path extrusionOk="0" h="6852" w="11566">
                  <a:moveTo>
                    <a:pt x="0" y="3256"/>
                  </a:moveTo>
                  <a:lnTo>
                    <a:pt x="5540" y="0"/>
                  </a:lnTo>
                  <a:lnTo>
                    <a:pt x="11566" y="3402"/>
                  </a:lnTo>
                  <a:lnTo>
                    <a:pt x="5686" y="6852"/>
                  </a:lnTo>
                  <a:close/>
                </a:path>
              </a:pathLst>
            </a:custGeom>
            <a:noFill/>
            <a:ln cap="flat" cmpd="sng" w="19050">
              <a:solidFill>
                <a:schemeClr val="dk1"/>
              </a:solidFill>
              <a:prstDash val="solid"/>
              <a:round/>
              <a:headEnd len="med" w="med" type="none"/>
              <a:tailEnd len="med" w="med" type="none"/>
            </a:ln>
          </p:spPr>
        </p:sp>
        <p:cxnSp>
          <p:nvCxnSpPr>
            <p:cNvPr id="830" name="Google Shape;830;p81"/>
            <p:cNvCxnSpPr/>
            <p:nvPr/>
          </p:nvCxnSpPr>
          <p:spPr>
            <a:xfrm>
              <a:off x="5272900" y="2269750"/>
              <a:ext cx="0" cy="114300"/>
            </a:xfrm>
            <a:prstGeom prst="straightConnector1">
              <a:avLst/>
            </a:prstGeom>
            <a:noFill/>
            <a:ln cap="flat" cmpd="sng" w="19050">
              <a:solidFill>
                <a:schemeClr val="dk1"/>
              </a:solidFill>
              <a:prstDash val="solid"/>
              <a:round/>
              <a:headEnd len="med" w="med" type="none"/>
              <a:tailEnd len="med" w="med" type="none"/>
            </a:ln>
          </p:spPr>
        </p:cxnSp>
        <p:sp>
          <p:nvSpPr>
            <p:cNvPr descr="A graduation cap icon. " id="831" name="Google Shape;831;p81"/>
            <p:cNvSpPr/>
            <p:nvPr/>
          </p:nvSpPr>
          <p:spPr>
            <a:xfrm>
              <a:off x="5020950" y="2287650"/>
              <a:ext cx="207745" cy="163126"/>
            </a:xfrm>
            <a:custGeom>
              <a:rect b="b" l="l" r="r" t="t"/>
              <a:pathLst>
                <a:path extrusionOk="0" h="6172" w="8067">
                  <a:moveTo>
                    <a:pt x="0" y="0"/>
                  </a:moveTo>
                  <a:lnTo>
                    <a:pt x="0" y="4082"/>
                  </a:lnTo>
                  <a:lnTo>
                    <a:pt x="4179" y="6172"/>
                  </a:lnTo>
                  <a:lnTo>
                    <a:pt x="8067" y="3936"/>
                  </a:lnTo>
                  <a:lnTo>
                    <a:pt x="8067" y="243"/>
                  </a:lnTo>
                  <a:lnTo>
                    <a:pt x="4082" y="2478"/>
                  </a:lnTo>
                  <a:close/>
                </a:path>
              </a:pathLst>
            </a:custGeom>
            <a:noFill/>
            <a:ln cap="flat" cmpd="sng" w="19050">
              <a:solidFill>
                <a:schemeClr val="dk1"/>
              </a:solidFill>
              <a:prstDash val="solid"/>
              <a:round/>
              <a:headEnd len="med" w="med" type="none"/>
              <a:tailEnd len="med" w="med" type="none"/>
            </a:ln>
          </p:spPr>
        </p:sp>
      </p:grpSp>
      <p:pic>
        <p:nvPicPr>
          <p:cNvPr descr="A user profile icon. " id="832" name="Google Shape;832;p81"/>
          <p:cNvPicPr preferRelativeResize="0"/>
          <p:nvPr/>
        </p:nvPicPr>
        <p:blipFill>
          <a:blip r:embed="rId4">
            <a:alphaModFix/>
          </a:blip>
          <a:stretch>
            <a:fillRect/>
          </a:stretch>
        </p:blipFill>
        <p:spPr>
          <a:xfrm>
            <a:off x="611875" y="2141379"/>
            <a:ext cx="255751" cy="321301"/>
          </a:xfrm>
          <a:prstGeom prst="rect">
            <a:avLst/>
          </a:prstGeom>
          <a:noFill/>
          <a:ln>
            <a:noFill/>
          </a:ln>
        </p:spPr>
      </p:pic>
      <p:sp>
        <p:nvSpPr>
          <p:cNvPr id="833" name="Google Shape;833;p81"/>
          <p:cNvSpPr txBox="1"/>
          <p:nvPr>
            <p:ph idx="3" type="body"/>
          </p:nvPr>
        </p:nvSpPr>
        <p:spPr>
          <a:xfrm>
            <a:off x="4868275" y="3571875"/>
            <a:ext cx="3585000" cy="10980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Describe a hypothetical product user. This can be an individual persona or broad audience segment. Mention their interests, needs, and pain points. You can also add biographical information, such as their age range, profession, education, and skills.</a:t>
            </a:r>
            <a:endParaRPr/>
          </a:p>
        </p:txBody>
      </p:sp>
      <p:sp>
        <p:nvSpPr>
          <p:cNvPr id="834" name="Google Shape;834;p81"/>
          <p:cNvSpPr txBox="1"/>
          <p:nvPr>
            <p:ph idx="4" type="body"/>
          </p:nvPr>
        </p:nvSpPr>
        <p:spPr>
          <a:xfrm>
            <a:off x="389475" y="3571875"/>
            <a:ext cx="3585000" cy="10980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Describe a hypothetical product user. This can be an individual persona or broad audience segment. Mention their interests, needs, and pain points. You can also add biographical information, such as their age range, profession, education, and skills.</a:t>
            </a:r>
            <a:endParaRPr/>
          </a:p>
        </p:txBody>
      </p:sp>
      <p:sp>
        <p:nvSpPr>
          <p:cNvPr id="835" name="Google Shape;835;p81"/>
          <p:cNvSpPr txBox="1"/>
          <p:nvPr>
            <p:ph idx="5" type="subTitle"/>
          </p:nvPr>
        </p:nvSpPr>
        <p:spPr>
          <a:xfrm>
            <a:off x="479925" y="2730150"/>
            <a:ext cx="3220500" cy="50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Audience 1</a:t>
            </a:r>
            <a:endParaRPr/>
          </a:p>
        </p:txBody>
      </p:sp>
      <p:sp>
        <p:nvSpPr>
          <p:cNvPr id="836" name="Google Shape;836;p81"/>
          <p:cNvSpPr txBox="1"/>
          <p:nvPr>
            <p:ph idx="6" type="subTitle"/>
          </p:nvPr>
        </p:nvSpPr>
        <p:spPr>
          <a:xfrm>
            <a:off x="4868275" y="2730150"/>
            <a:ext cx="3220500" cy="50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Audience 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0" name="Shape 840"/>
        <p:cNvGrpSpPr/>
        <p:nvPr/>
      </p:nvGrpSpPr>
      <p:grpSpPr>
        <a:xfrm>
          <a:off x="0" y="0"/>
          <a:ext cx="0" cy="0"/>
          <a:chOff x="0" y="0"/>
          <a:chExt cx="0" cy="0"/>
        </a:xfrm>
      </p:grpSpPr>
      <p:pic>
        <p:nvPicPr>
          <p:cNvPr id="841" name="Google Shape;841;p82"/>
          <p:cNvPicPr preferRelativeResize="0"/>
          <p:nvPr/>
        </p:nvPicPr>
        <p:blipFill rotWithShape="1">
          <a:blip r:embed="rId3">
            <a:alphaModFix amt="10000"/>
          </a:blip>
          <a:srcRect b="14553" l="1068" r="66969" t="20939"/>
          <a:stretch/>
        </p:blipFill>
        <p:spPr>
          <a:xfrm>
            <a:off x="274125" y="1863575"/>
            <a:ext cx="2775300" cy="2995200"/>
          </a:xfrm>
          <a:prstGeom prst="roundRect">
            <a:avLst>
              <a:gd fmla="val 10347" name="adj"/>
            </a:avLst>
          </a:prstGeom>
          <a:noFill/>
          <a:ln>
            <a:noFill/>
          </a:ln>
        </p:spPr>
      </p:pic>
      <p:pic>
        <p:nvPicPr>
          <p:cNvPr id="842" name="Google Shape;842;p82"/>
          <p:cNvPicPr preferRelativeResize="0"/>
          <p:nvPr/>
        </p:nvPicPr>
        <p:blipFill rotWithShape="1">
          <a:blip r:embed="rId3">
            <a:alphaModFix amt="10000"/>
          </a:blip>
          <a:srcRect b="14553" l="1068" r="66969" t="20939"/>
          <a:stretch/>
        </p:blipFill>
        <p:spPr>
          <a:xfrm>
            <a:off x="3180450" y="1863575"/>
            <a:ext cx="2775300" cy="2995200"/>
          </a:xfrm>
          <a:prstGeom prst="roundRect">
            <a:avLst>
              <a:gd fmla="val 10347" name="adj"/>
            </a:avLst>
          </a:prstGeom>
          <a:noFill/>
          <a:ln>
            <a:noFill/>
          </a:ln>
        </p:spPr>
      </p:pic>
      <p:pic>
        <p:nvPicPr>
          <p:cNvPr id="843" name="Google Shape;843;p82"/>
          <p:cNvPicPr preferRelativeResize="0"/>
          <p:nvPr/>
        </p:nvPicPr>
        <p:blipFill rotWithShape="1">
          <a:blip r:embed="rId3">
            <a:alphaModFix amt="10000"/>
          </a:blip>
          <a:srcRect b="14553" l="1068" r="66969" t="20939"/>
          <a:stretch/>
        </p:blipFill>
        <p:spPr>
          <a:xfrm>
            <a:off x="6086775" y="1863575"/>
            <a:ext cx="2775300" cy="2995200"/>
          </a:xfrm>
          <a:prstGeom prst="roundRect">
            <a:avLst>
              <a:gd fmla="val 10347" name="adj"/>
            </a:avLst>
          </a:prstGeom>
          <a:noFill/>
          <a:ln>
            <a:noFill/>
          </a:ln>
        </p:spPr>
      </p:pic>
      <p:sp>
        <p:nvSpPr>
          <p:cNvPr id="844" name="Google Shape;844;p82"/>
          <p:cNvSpPr/>
          <p:nvPr/>
        </p:nvSpPr>
        <p:spPr>
          <a:xfrm>
            <a:off x="447125" y="202610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845" name="Google Shape;845;p82"/>
          <p:cNvSpPr/>
          <p:nvPr/>
        </p:nvSpPr>
        <p:spPr>
          <a:xfrm>
            <a:off x="3364325" y="202610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846" name="Google Shape;846;p82"/>
          <p:cNvSpPr/>
          <p:nvPr/>
        </p:nvSpPr>
        <p:spPr>
          <a:xfrm>
            <a:off x="6281525" y="202610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847" name="Google Shape;847;p82"/>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Target audiences</a:t>
            </a:r>
            <a:endParaRPr/>
          </a:p>
        </p:txBody>
      </p:sp>
      <p:sp>
        <p:nvSpPr>
          <p:cNvPr id="848" name="Google Shape;848;p82"/>
          <p:cNvSpPr/>
          <p:nvPr/>
        </p:nvSpPr>
        <p:spPr>
          <a:xfrm>
            <a:off x="6281525" y="202610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849" name="Google Shape;849;p82"/>
          <p:cNvSpPr/>
          <p:nvPr/>
        </p:nvSpPr>
        <p:spPr>
          <a:xfrm>
            <a:off x="3364325" y="202610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850" name="Google Shape;850;p82"/>
          <p:cNvSpPr/>
          <p:nvPr/>
        </p:nvSpPr>
        <p:spPr>
          <a:xfrm>
            <a:off x="447125" y="202610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pic>
        <p:nvPicPr>
          <p:cNvPr descr="Young woman with takeaway coffee commuting by train. (Provided by Getty Images)" id="851" name="Google Shape;851;p82"/>
          <p:cNvPicPr preferRelativeResize="0"/>
          <p:nvPr/>
        </p:nvPicPr>
        <p:blipFill rotWithShape="1">
          <a:blip r:embed="rId4">
            <a:alphaModFix/>
          </a:blip>
          <a:srcRect b="39464" l="44862" r="20863" t="9003"/>
          <a:stretch/>
        </p:blipFill>
        <p:spPr>
          <a:xfrm>
            <a:off x="502800" y="2080550"/>
            <a:ext cx="603600" cy="603600"/>
          </a:xfrm>
          <a:prstGeom prst="roundRect">
            <a:avLst>
              <a:gd fmla="val 50000" name="adj"/>
            </a:avLst>
          </a:prstGeom>
          <a:noFill/>
          <a:ln>
            <a:noFill/>
          </a:ln>
        </p:spPr>
      </p:pic>
      <p:pic>
        <p:nvPicPr>
          <p:cNvPr id="852" name="Google Shape;852;p82"/>
          <p:cNvPicPr preferRelativeResize="0"/>
          <p:nvPr/>
        </p:nvPicPr>
        <p:blipFill rotWithShape="1">
          <a:blip r:embed="rId5">
            <a:alphaModFix/>
          </a:blip>
          <a:srcRect b="19962" l="15061" r="31703" t="0"/>
          <a:stretch/>
        </p:blipFill>
        <p:spPr>
          <a:xfrm>
            <a:off x="6334750" y="2080575"/>
            <a:ext cx="603600" cy="603600"/>
          </a:xfrm>
          <a:prstGeom prst="roundRect">
            <a:avLst>
              <a:gd fmla="val 50000" name="adj"/>
            </a:avLst>
          </a:prstGeom>
          <a:noFill/>
          <a:ln>
            <a:noFill/>
          </a:ln>
        </p:spPr>
      </p:pic>
      <p:pic>
        <p:nvPicPr>
          <p:cNvPr id="853" name="Google Shape;853;p82"/>
          <p:cNvPicPr preferRelativeResize="0"/>
          <p:nvPr/>
        </p:nvPicPr>
        <p:blipFill rotWithShape="1">
          <a:blip r:embed="rId6">
            <a:alphaModFix/>
          </a:blip>
          <a:srcRect b="0" l="4179" r="4179" t="0"/>
          <a:stretch/>
        </p:blipFill>
        <p:spPr>
          <a:xfrm>
            <a:off x="3418773" y="2080550"/>
            <a:ext cx="603600" cy="603600"/>
          </a:xfrm>
          <a:prstGeom prst="roundRect">
            <a:avLst>
              <a:gd fmla="val 50000" name="adj"/>
            </a:avLst>
          </a:prstGeom>
          <a:noFill/>
          <a:ln>
            <a:noFill/>
          </a:ln>
        </p:spPr>
      </p:pic>
      <p:pic>
        <p:nvPicPr>
          <p:cNvPr descr="A smiling woman profile picture. " id="854" name="Google Shape;854;p82"/>
          <p:cNvPicPr preferRelativeResize="0"/>
          <p:nvPr>
            <p:ph idx="2" type="pic"/>
          </p:nvPr>
        </p:nvPicPr>
        <p:blipFill rotWithShape="1">
          <a:blip r:embed="rId7">
            <a:alphaModFix/>
          </a:blip>
          <a:srcRect b="25474" l="27221" r="27221" t="6322"/>
          <a:stretch/>
        </p:blipFill>
        <p:spPr>
          <a:xfrm>
            <a:off x="502800" y="2080575"/>
            <a:ext cx="603600" cy="603600"/>
          </a:xfrm>
          <a:prstGeom prst="ellipse">
            <a:avLst/>
          </a:prstGeom>
        </p:spPr>
      </p:pic>
      <p:pic>
        <p:nvPicPr>
          <p:cNvPr descr="A profile picture of a man smiling and wearing glasses. " id="855" name="Google Shape;855;p82"/>
          <p:cNvPicPr preferRelativeResize="0"/>
          <p:nvPr>
            <p:ph idx="3" type="pic"/>
          </p:nvPr>
        </p:nvPicPr>
        <p:blipFill rotWithShape="1">
          <a:blip r:embed="rId8">
            <a:alphaModFix/>
          </a:blip>
          <a:srcRect b="11568" l="9551" r="36642" t="7878"/>
          <a:stretch/>
        </p:blipFill>
        <p:spPr>
          <a:xfrm>
            <a:off x="6334750" y="2080575"/>
            <a:ext cx="603600" cy="603600"/>
          </a:xfrm>
          <a:prstGeom prst="ellipse">
            <a:avLst/>
          </a:prstGeom>
        </p:spPr>
      </p:pic>
      <p:pic>
        <p:nvPicPr>
          <p:cNvPr descr="A smiling man profile picture. " id="856" name="Google Shape;856;p82"/>
          <p:cNvPicPr preferRelativeResize="0"/>
          <p:nvPr>
            <p:ph idx="4" type="pic"/>
          </p:nvPr>
        </p:nvPicPr>
        <p:blipFill rotWithShape="1">
          <a:blip r:embed="rId9">
            <a:alphaModFix/>
          </a:blip>
          <a:srcRect b="31413" l="33659" r="26951" t="9618"/>
          <a:stretch/>
        </p:blipFill>
        <p:spPr>
          <a:xfrm>
            <a:off x="3418775" y="2080550"/>
            <a:ext cx="603600" cy="603600"/>
          </a:xfrm>
          <a:prstGeom prst="ellipse">
            <a:avLst/>
          </a:prstGeom>
        </p:spPr>
      </p:pic>
      <p:sp>
        <p:nvSpPr>
          <p:cNvPr id="857" name="Google Shape;857;p82"/>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858" name="Google Shape;858;p82"/>
          <p:cNvSpPr txBox="1"/>
          <p:nvPr>
            <p:ph idx="5"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859" name="Google Shape;859;p82"/>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860" name="Google Shape;860;p82"/>
          <p:cNvSpPr txBox="1"/>
          <p:nvPr>
            <p:ph idx="6" type="body"/>
          </p:nvPr>
        </p:nvSpPr>
        <p:spPr>
          <a:xfrm>
            <a:off x="480250" y="3608000"/>
            <a:ext cx="2386500" cy="10980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Describe a hypothetical user or audience segment. Mention their interests, needs, and pain points. You can also add their age range, profession, education, and skills.</a:t>
            </a:r>
            <a:endParaRPr/>
          </a:p>
        </p:txBody>
      </p:sp>
      <p:sp>
        <p:nvSpPr>
          <p:cNvPr id="861" name="Google Shape;861;p82"/>
          <p:cNvSpPr txBox="1"/>
          <p:nvPr>
            <p:ph idx="7" type="body"/>
          </p:nvPr>
        </p:nvSpPr>
        <p:spPr>
          <a:xfrm>
            <a:off x="3422476" y="3608000"/>
            <a:ext cx="2386500" cy="10980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Describe a hypothetical user or audience segment. Mention their interests, needs, and pain points. You can also add their age range, profession, education, and skills.</a:t>
            </a:r>
            <a:endParaRPr/>
          </a:p>
        </p:txBody>
      </p:sp>
      <p:sp>
        <p:nvSpPr>
          <p:cNvPr id="862" name="Google Shape;862;p82"/>
          <p:cNvSpPr txBox="1"/>
          <p:nvPr>
            <p:ph idx="8" type="body"/>
          </p:nvPr>
        </p:nvSpPr>
        <p:spPr>
          <a:xfrm>
            <a:off x="6326625" y="3608000"/>
            <a:ext cx="2317200" cy="10980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Describe a hypothetical user or audience segment. Mention their interests, needs, and pain points. You can also add their age range, profession, education, and skills.</a:t>
            </a:r>
            <a:endParaRPr/>
          </a:p>
        </p:txBody>
      </p:sp>
      <p:sp>
        <p:nvSpPr>
          <p:cNvPr id="863" name="Google Shape;863;p82"/>
          <p:cNvSpPr txBox="1"/>
          <p:nvPr>
            <p:ph idx="9" type="subTitle"/>
          </p:nvPr>
        </p:nvSpPr>
        <p:spPr>
          <a:xfrm>
            <a:off x="480251" y="2861025"/>
            <a:ext cx="2386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Audience 1</a:t>
            </a:r>
            <a:endParaRPr/>
          </a:p>
        </p:txBody>
      </p:sp>
      <p:sp>
        <p:nvSpPr>
          <p:cNvPr id="864" name="Google Shape;864;p82"/>
          <p:cNvSpPr txBox="1"/>
          <p:nvPr>
            <p:ph idx="13" type="subTitle"/>
          </p:nvPr>
        </p:nvSpPr>
        <p:spPr>
          <a:xfrm>
            <a:off x="3422476" y="2861025"/>
            <a:ext cx="2386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Audience 2</a:t>
            </a:r>
            <a:endParaRPr/>
          </a:p>
        </p:txBody>
      </p:sp>
      <p:sp>
        <p:nvSpPr>
          <p:cNvPr id="865" name="Google Shape;865;p82"/>
          <p:cNvSpPr txBox="1"/>
          <p:nvPr>
            <p:ph idx="14" type="subTitle"/>
          </p:nvPr>
        </p:nvSpPr>
        <p:spPr>
          <a:xfrm>
            <a:off x="6328801" y="2861025"/>
            <a:ext cx="2386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Audience 3</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9" name="Shape 869"/>
        <p:cNvGrpSpPr/>
        <p:nvPr/>
      </p:nvGrpSpPr>
      <p:grpSpPr>
        <a:xfrm>
          <a:off x="0" y="0"/>
          <a:ext cx="0" cy="0"/>
          <a:chOff x="0" y="0"/>
          <a:chExt cx="0" cy="0"/>
        </a:xfrm>
      </p:grpSpPr>
      <p:sp>
        <p:nvSpPr>
          <p:cNvPr id="870" name="Google Shape;870;p83"/>
          <p:cNvSpPr txBox="1"/>
          <p:nvPr>
            <p:ph type="title"/>
          </p:nvPr>
        </p:nvSpPr>
        <p:spPr>
          <a:xfrm>
            <a:off x="277500" y="416250"/>
            <a:ext cx="27534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Clr>
                <a:schemeClr val="lt1"/>
              </a:buClr>
              <a:buSzPts val="1100"/>
              <a:buFont typeface="Arial"/>
              <a:buNone/>
            </a:pPr>
            <a:r>
              <a:rPr lang="en"/>
              <a:t>Target </a:t>
            </a:r>
            <a:endParaRPr/>
          </a:p>
          <a:p>
            <a:pPr indent="0" lvl="0" marL="0" rtl="0" algn="l">
              <a:spcBef>
                <a:spcPts val="0"/>
              </a:spcBef>
              <a:spcAft>
                <a:spcPts val="0"/>
              </a:spcAft>
              <a:buNone/>
            </a:pPr>
            <a:r>
              <a:rPr lang="en"/>
              <a:t>audiences</a:t>
            </a:r>
            <a:endParaRPr/>
          </a:p>
        </p:txBody>
      </p:sp>
      <p:sp>
        <p:nvSpPr>
          <p:cNvPr id="871" name="Google Shape;871;p83"/>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Company Name</a:t>
            </a:r>
            <a:endParaRPr/>
          </a:p>
        </p:txBody>
      </p:sp>
      <p:sp>
        <p:nvSpPr>
          <p:cNvPr id="872" name="Google Shape;872;p83"/>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873" name="Google Shape;873;p83"/>
          <p:cNvPicPr preferRelativeResize="0"/>
          <p:nvPr/>
        </p:nvPicPr>
        <p:blipFill rotWithShape="1">
          <a:blip r:embed="rId3">
            <a:alphaModFix/>
          </a:blip>
          <a:srcRect b="0" l="27373" r="49201" t="0"/>
          <a:stretch/>
        </p:blipFill>
        <p:spPr>
          <a:xfrm>
            <a:off x="6067000" y="277500"/>
            <a:ext cx="2800500" cy="4582500"/>
          </a:xfrm>
          <a:prstGeom prst="roundRect">
            <a:avLst>
              <a:gd fmla="val 9632" name="adj"/>
            </a:avLst>
          </a:prstGeom>
          <a:noFill/>
          <a:ln>
            <a:noFill/>
          </a:ln>
        </p:spPr>
      </p:pic>
      <p:sp>
        <p:nvSpPr>
          <p:cNvPr id="874" name="Google Shape;874;p83"/>
          <p:cNvSpPr/>
          <p:nvPr/>
        </p:nvSpPr>
        <p:spPr>
          <a:xfrm>
            <a:off x="6260700" y="454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875" name="Google Shape;875;p83"/>
          <p:cNvSpPr txBox="1"/>
          <p:nvPr/>
        </p:nvSpPr>
        <p:spPr>
          <a:xfrm>
            <a:off x="6973200" y="510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Name, Age</a:t>
            </a:r>
            <a:endParaRPr sz="1700">
              <a:solidFill>
                <a:schemeClr val="dk1"/>
              </a:solidFill>
              <a:latin typeface="Arimo"/>
              <a:ea typeface="Arimo"/>
              <a:cs typeface="Arimo"/>
              <a:sym typeface="Arimo"/>
            </a:endParaRPr>
          </a:p>
        </p:txBody>
      </p:sp>
      <p:pic>
        <p:nvPicPr>
          <p:cNvPr descr="A man in a suit smiles while sitting in his office. " id="876" name="Google Shape;876;p83"/>
          <p:cNvPicPr preferRelativeResize="0"/>
          <p:nvPr/>
        </p:nvPicPr>
        <p:blipFill rotWithShape="1">
          <a:blip r:embed="rId4">
            <a:alphaModFix/>
          </a:blip>
          <a:srcRect b="46385" l="21317" r="43348" t="719"/>
          <a:stretch/>
        </p:blipFill>
        <p:spPr>
          <a:xfrm>
            <a:off x="6315023" y="509425"/>
            <a:ext cx="603600" cy="603600"/>
          </a:xfrm>
          <a:prstGeom prst="roundRect">
            <a:avLst>
              <a:gd fmla="val 50000" name="adj"/>
            </a:avLst>
          </a:prstGeom>
          <a:noFill/>
          <a:ln>
            <a:noFill/>
          </a:ln>
        </p:spPr>
      </p:pic>
      <p:grpSp>
        <p:nvGrpSpPr>
          <p:cNvPr id="877" name="Google Shape;877;p83"/>
          <p:cNvGrpSpPr/>
          <p:nvPr/>
        </p:nvGrpSpPr>
        <p:grpSpPr>
          <a:xfrm>
            <a:off x="6073150" y="1383425"/>
            <a:ext cx="2788200" cy="3323525"/>
            <a:chOff x="6073150" y="1383425"/>
            <a:chExt cx="2788200" cy="3323525"/>
          </a:xfrm>
        </p:grpSpPr>
        <p:grpSp>
          <p:nvGrpSpPr>
            <p:cNvPr id="878" name="Google Shape;878;p83"/>
            <p:cNvGrpSpPr/>
            <p:nvPr/>
          </p:nvGrpSpPr>
          <p:grpSpPr>
            <a:xfrm>
              <a:off x="6073150" y="1383425"/>
              <a:ext cx="2788200" cy="2079950"/>
              <a:chOff x="6073150" y="1383425"/>
              <a:chExt cx="2788200" cy="2079950"/>
            </a:xfrm>
          </p:grpSpPr>
          <p:cxnSp>
            <p:nvCxnSpPr>
              <p:cNvPr id="879" name="Google Shape;879;p83"/>
              <p:cNvCxnSpPr/>
              <p:nvPr/>
            </p:nvCxnSpPr>
            <p:spPr>
              <a:xfrm>
                <a:off x="6073150" y="2203000"/>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83"/>
              <p:cNvCxnSpPr/>
              <p:nvPr/>
            </p:nvCxnSpPr>
            <p:spPr>
              <a:xfrm>
                <a:off x="6073150" y="1386575"/>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83"/>
              <p:cNvCxnSpPr/>
              <p:nvPr/>
            </p:nvCxnSpPr>
            <p:spPr>
              <a:xfrm>
                <a:off x="7466050" y="1383425"/>
                <a:ext cx="0" cy="8199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83"/>
              <p:cNvCxnSpPr/>
              <p:nvPr/>
            </p:nvCxnSpPr>
            <p:spPr>
              <a:xfrm>
                <a:off x="6073150" y="3463375"/>
                <a:ext cx="2788200" cy="0"/>
              </a:xfrm>
              <a:prstGeom prst="straightConnector1">
                <a:avLst/>
              </a:prstGeom>
              <a:noFill/>
              <a:ln cap="flat" cmpd="sng" w="9525">
                <a:solidFill>
                  <a:schemeClr val="dk2"/>
                </a:solidFill>
                <a:prstDash val="solid"/>
                <a:round/>
                <a:headEnd len="med" w="med" type="none"/>
                <a:tailEnd len="med" w="med" type="none"/>
              </a:ln>
            </p:spPr>
          </p:cxnSp>
        </p:grpSp>
        <p:grpSp>
          <p:nvGrpSpPr>
            <p:cNvPr id="883" name="Google Shape;883;p83"/>
            <p:cNvGrpSpPr/>
            <p:nvPr/>
          </p:nvGrpSpPr>
          <p:grpSpPr>
            <a:xfrm>
              <a:off x="6260700" y="1500900"/>
              <a:ext cx="2477400" cy="3206050"/>
              <a:chOff x="6260700" y="1500900"/>
              <a:chExt cx="2477400" cy="3206050"/>
            </a:xfrm>
          </p:grpSpPr>
          <p:sp>
            <p:nvSpPr>
              <p:cNvPr id="884" name="Google Shape;884;p83"/>
              <p:cNvSpPr txBox="1"/>
              <p:nvPr/>
            </p:nvSpPr>
            <p:spPr>
              <a:xfrm>
                <a:off x="6260700" y="3618850"/>
                <a:ext cx="2477400" cy="10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lang="en" sz="1000">
                    <a:solidFill>
                      <a:schemeClr val="dk1"/>
                    </a:solidFill>
                    <a:latin typeface="Arimo"/>
                    <a:ea typeface="Arimo"/>
                    <a:cs typeface="Arimo"/>
                    <a:sym typeface="Arimo"/>
                  </a:rPr>
                  <a:t>“Quote this hypothetical user on their everyday needs, motivations, and pain points. You can also share a reaction to your product or solution.”</a:t>
                </a:r>
                <a:endParaRPr sz="1000">
                  <a:solidFill>
                    <a:schemeClr val="dk1"/>
                  </a:solidFill>
                  <a:latin typeface="Arimo"/>
                  <a:ea typeface="Arimo"/>
                  <a:cs typeface="Arimo"/>
                  <a:sym typeface="Arimo"/>
                </a:endParaRPr>
              </a:p>
            </p:txBody>
          </p:sp>
          <p:grpSp>
            <p:nvGrpSpPr>
              <p:cNvPr id="885" name="Google Shape;885;p83"/>
              <p:cNvGrpSpPr/>
              <p:nvPr/>
            </p:nvGrpSpPr>
            <p:grpSpPr>
              <a:xfrm>
                <a:off x="7657288" y="1500900"/>
                <a:ext cx="959238" cy="580850"/>
                <a:chOff x="7657288" y="1500900"/>
                <a:chExt cx="959238" cy="580850"/>
              </a:xfrm>
            </p:grpSpPr>
            <p:grpSp>
              <p:nvGrpSpPr>
                <p:cNvPr id="886" name="Google Shape;886;p83"/>
                <p:cNvGrpSpPr/>
                <p:nvPr/>
              </p:nvGrpSpPr>
              <p:grpSpPr>
                <a:xfrm>
                  <a:off x="7660571" y="1500900"/>
                  <a:ext cx="955954" cy="250200"/>
                  <a:chOff x="7660571" y="1500900"/>
                  <a:chExt cx="955954" cy="250200"/>
                </a:xfrm>
              </p:grpSpPr>
              <p:sp>
                <p:nvSpPr>
                  <p:cNvPr id="887" name="Google Shape;887;p83"/>
                  <p:cNvSpPr txBox="1"/>
                  <p:nvPr/>
                </p:nvSpPr>
                <p:spPr>
                  <a:xfrm>
                    <a:off x="7904025"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Education</a:t>
                    </a:r>
                    <a:endParaRPr sz="800">
                      <a:solidFill>
                        <a:schemeClr val="dk1"/>
                      </a:solidFill>
                      <a:latin typeface="Arimo"/>
                      <a:ea typeface="Arimo"/>
                      <a:cs typeface="Arimo"/>
                      <a:sym typeface="Arimo"/>
                    </a:endParaRPr>
                  </a:p>
                </p:txBody>
              </p:sp>
              <p:grpSp>
                <p:nvGrpSpPr>
                  <p:cNvPr id="888" name="Google Shape;888;p83"/>
                  <p:cNvGrpSpPr/>
                  <p:nvPr/>
                </p:nvGrpSpPr>
                <p:grpSpPr>
                  <a:xfrm>
                    <a:off x="7660571" y="1540445"/>
                    <a:ext cx="172832" cy="159347"/>
                    <a:chOff x="4983738" y="2184175"/>
                    <a:chExt cx="289163" cy="266601"/>
                  </a:xfrm>
                </p:grpSpPr>
                <p:sp>
                  <p:nvSpPr>
                    <p:cNvPr id="889" name="Google Shape;889;p83"/>
                    <p:cNvSpPr/>
                    <p:nvPr/>
                  </p:nvSpPr>
                  <p:spPr>
                    <a:xfrm>
                      <a:off x="4983738" y="2184175"/>
                      <a:ext cx="289150" cy="171300"/>
                    </a:xfrm>
                    <a:custGeom>
                      <a:rect b="b" l="l" r="r" t="t"/>
                      <a:pathLst>
                        <a:path extrusionOk="0" h="6852" w="11566">
                          <a:moveTo>
                            <a:pt x="0" y="3256"/>
                          </a:moveTo>
                          <a:lnTo>
                            <a:pt x="5540" y="0"/>
                          </a:lnTo>
                          <a:lnTo>
                            <a:pt x="11566" y="3402"/>
                          </a:lnTo>
                          <a:lnTo>
                            <a:pt x="5686" y="6852"/>
                          </a:lnTo>
                          <a:close/>
                        </a:path>
                      </a:pathLst>
                    </a:custGeom>
                    <a:noFill/>
                    <a:ln cap="flat" cmpd="sng" w="9525">
                      <a:solidFill>
                        <a:schemeClr val="dk1"/>
                      </a:solidFill>
                      <a:prstDash val="solid"/>
                      <a:round/>
                      <a:headEnd len="med" w="med" type="none"/>
                      <a:tailEnd len="med" w="med" type="none"/>
                    </a:ln>
                  </p:spPr>
                </p:sp>
                <p:cxnSp>
                  <p:nvCxnSpPr>
                    <p:cNvPr id="890" name="Google Shape;890;p83"/>
                    <p:cNvCxnSpPr/>
                    <p:nvPr/>
                  </p:nvCxnSpPr>
                  <p:spPr>
                    <a:xfrm>
                      <a:off x="5272900" y="2269750"/>
                      <a:ext cx="0" cy="114300"/>
                    </a:xfrm>
                    <a:prstGeom prst="straightConnector1">
                      <a:avLst/>
                    </a:prstGeom>
                    <a:noFill/>
                    <a:ln cap="flat" cmpd="sng" w="9525">
                      <a:solidFill>
                        <a:schemeClr val="dk1"/>
                      </a:solidFill>
                      <a:prstDash val="solid"/>
                      <a:round/>
                      <a:headEnd len="med" w="med" type="none"/>
                      <a:tailEnd len="med" w="med" type="none"/>
                    </a:ln>
                  </p:spPr>
                </p:cxnSp>
                <p:sp>
                  <p:nvSpPr>
                    <p:cNvPr descr="Graduation cap icon. " id="891" name="Google Shape;891;p83"/>
                    <p:cNvSpPr/>
                    <p:nvPr/>
                  </p:nvSpPr>
                  <p:spPr>
                    <a:xfrm>
                      <a:off x="5020950" y="2287650"/>
                      <a:ext cx="207745" cy="163126"/>
                    </a:xfrm>
                    <a:custGeom>
                      <a:rect b="b" l="l" r="r" t="t"/>
                      <a:pathLst>
                        <a:path extrusionOk="0" h="6172" w="8067">
                          <a:moveTo>
                            <a:pt x="0" y="0"/>
                          </a:moveTo>
                          <a:lnTo>
                            <a:pt x="0" y="4082"/>
                          </a:lnTo>
                          <a:lnTo>
                            <a:pt x="4179" y="6172"/>
                          </a:lnTo>
                          <a:lnTo>
                            <a:pt x="8067" y="3936"/>
                          </a:lnTo>
                          <a:lnTo>
                            <a:pt x="8067" y="243"/>
                          </a:lnTo>
                          <a:lnTo>
                            <a:pt x="4082" y="2478"/>
                          </a:lnTo>
                          <a:close/>
                        </a:path>
                      </a:pathLst>
                    </a:custGeom>
                    <a:noFill/>
                    <a:ln cap="flat" cmpd="sng" w="9525">
                      <a:solidFill>
                        <a:schemeClr val="dk1"/>
                      </a:solidFill>
                      <a:prstDash val="solid"/>
                      <a:round/>
                      <a:headEnd len="med" w="med" type="none"/>
                      <a:tailEnd len="med" w="med" type="none"/>
                    </a:ln>
                  </p:spPr>
                </p:sp>
              </p:grpSp>
            </p:grpSp>
            <p:grpSp>
              <p:nvGrpSpPr>
                <p:cNvPr id="892" name="Google Shape;892;p83"/>
                <p:cNvGrpSpPr/>
                <p:nvPr/>
              </p:nvGrpSpPr>
              <p:grpSpPr>
                <a:xfrm>
                  <a:off x="7657288" y="1831550"/>
                  <a:ext cx="959238" cy="250200"/>
                  <a:chOff x="7657288" y="1831550"/>
                  <a:chExt cx="959238" cy="250200"/>
                </a:xfrm>
              </p:grpSpPr>
              <p:sp>
                <p:nvSpPr>
                  <p:cNvPr id="893" name="Google Shape;893;p83"/>
                  <p:cNvSpPr txBox="1"/>
                  <p:nvPr/>
                </p:nvSpPr>
                <p:spPr>
                  <a:xfrm>
                    <a:off x="7904025" y="183155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Job</a:t>
                    </a:r>
                    <a:endParaRPr sz="800">
                      <a:solidFill>
                        <a:schemeClr val="dk1"/>
                      </a:solidFill>
                      <a:latin typeface="Arimo"/>
                      <a:ea typeface="Arimo"/>
                      <a:cs typeface="Arimo"/>
                      <a:sym typeface="Arimo"/>
                    </a:endParaRPr>
                  </a:p>
                </p:txBody>
              </p:sp>
              <p:grpSp>
                <p:nvGrpSpPr>
                  <p:cNvPr id="894" name="Google Shape;894;p83"/>
                  <p:cNvGrpSpPr/>
                  <p:nvPr/>
                </p:nvGrpSpPr>
                <p:grpSpPr>
                  <a:xfrm>
                    <a:off x="7657288" y="1872375"/>
                    <a:ext cx="179400" cy="158050"/>
                    <a:chOff x="4739975" y="1877300"/>
                    <a:chExt cx="179400" cy="158050"/>
                  </a:xfrm>
                </p:grpSpPr>
                <p:sp>
                  <p:nvSpPr>
                    <p:cNvPr descr="Suitcase icon. " id="895" name="Google Shape;895;p83"/>
                    <p:cNvSpPr/>
                    <p:nvPr/>
                  </p:nvSpPr>
                  <p:spPr>
                    <a:xfrm>
                      <a:off x="4739975" y="1910250"/>
                      <a:ext cx="179400" cy="125100"/>
                    </a:xfrm>
                    <a:prstGeom prst="roundRect">
                      <a:avLst>
                        <a:gd fmla="val 767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896" name="Google Shape;896;p83"/>
                    <p:cNvSpPr/>
                    <p:nvPr/>
                  </p:nvSpPr>
                  <p:spPr>
                    <a:xfrm>
                      <a:off x="4805025" y="1877300"/>
                      <a:ext cx="51225" cy="31225"/>
                    </a:xfrm>
                    <a:custGeom>
                      <a:rect b="b" l="l" r="r" t="t"/>
                      <a:pathLst>
                        <a:path extrusionOk="0" h="1249" w="2049">
                          <a:moveTo>
                            <a:pt x="0" y="1185"/>
                          </a:moveTo>
                          <a:lnTo>
                            <a:pt x="0" y="0"/>
                          </a:lnTo>
                          <a:lnTo>
                            <a:pt x="2049" y="0"/>
                          </a:lnTo>
                          <a:lnTo>
                            <a:pt x="2049" y="1249"/>
                          </a:lnTo>
                        </a:path>
                      </a:pathLst>
                    </a:custGeom>
                    <a:noFill/>
                    <a:ln cap="flat" cmpd="sng" w="9525">
                      <a:solidFill>
                        <a:schemeClr val="dk1"/>
                      </a:solidFill>
                      <a:prstDash val="solid"/>
                      <a:round/>
                      <a:headEnd len="med" w="med" type="none"/>
                      <a:tailEnd len="med" w="med" type="none"/>
                    </a:ln>
                  </p:spPr>
                </p:sp>
              </p:grpSp>
            </p:grpSp>
          </p:grpSp>
          <p:grpSp>
            <p:nvGrpSpPr>
              <p:cNvPr id="897" name="Google Shape;897;p83"/>
              <p:cNvGrpSpPr/>
              <p:nvPr/>
            </p:nvGrpSpPr>
            <p:grpSpPr>
              <a:xfrm>
                <a:off x="6299375" y="1500900"/>
                <a:ext cx="955925" cy="580875"/>
                <a:chOff x="6299375" y="1500900"/>
                <a:chExt cx="955925" cy="580875"/>
              </a:xfrm>
            </p:grpSpPr>
            <p:grpSp>
              <p:nvGrpSpPr>
                <p:cNvPr id="898" name="Google Shape;898;p83"/>
                <p:cNvGrpSpPr/>
                <p:nvPr/>
              </p:nvGrpSpPr>
              <p:grpSpPr>
                <a:xfrm>
                  <a:off x="6299375" y="1831575"/>
                  <a:ext cx="955925" cy="250200"/>
                  <a:chOff x="6299375" y="1831575"/>
                  <a:chExt cx="955925" cy="250200"/>
                </a:xfrm>
              </p:grpSpPr>
              <p:sp>
                <p:nvSpPr>
                  <p:cNvPr id="899" name="Google Shape;899;p83"/>
                  <p:cNvSpPr txBox="1"/>
                  <p:nvPr/>
                </p:nvSpPr>
                <p:spPr>
                  <a:xfrm>
                    <a:off x="6542800" y="1831575"/>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Interests</a:t>
                    </a:r>
                    <a:endParaRPr sz="800">
                      <a:solidFill>
                        <a:schemeClr val="dk1"/>
                      </a:solidFill>
                      <a:latin typeface="Arimo"/>
                      <a:ea typeface="Arimo"/>
                      <a:cs typeface="Arimo"/>
                      <a:sym typeface="Arimo"/>
                    </a:endParaRPr>
                  </a:p>
                </p:txBody>
              </p:sp>
              <p:sp>
                <p:nvSpPr>
                  <p:cNvPr descr="Heart icon" id="900" name="Google Shape;900;p83"/>
                  <p:cNvSpPr/>
                  <p:nvPr/>
                </p:nvSpPr>
                <p:spPr>
                  <a:xfrm>
                    <a:off x="6299375" y="1896388"/>
                    <a:ext cx="172800" cy="159300"/>
                  </a:xfrm>
                  <a:prstGeom prst="hear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grpSp>
              <p:nvGrpSpPr>
                <p:cNvPr id="901" name="Google Shape;901;p83"/>
                <p:cNvGrpSpPr/>
                <p:nvPr/>
              </p:nvGrpSpPr>
              <p:grpSpPr>
                <a:xfrm>
                  <a:off x="6311850" y="1500900"/>
                  <a:ext cx="943450" cy="250200"/>
                  <a:chOff x="6311850" y="1500900"/>
                  <a:chExt cx="943450" cy="250200"/>
                </a:xfrm>
              </p:grpSpPr>
              <p:sp>
                <p:nvSpPr>
                  <p:cNvPr id="902" name="Google Shape;902;p83"/>
                  <p:cNvSpPr txBox="1"/>
                  <p:nvPr/>
                </p:nvSpPr>
                <p:spPr>
                  <a:xfrm>
                    <a:off x="6542800"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800">
                        <a:solidFill>
                          <a:schemeClr val="dk1"/>
                        </a:solidFill>
                        <a:latin typeface="Arimo"/>
                        <a:ea typeface="Arimo"/>
                        <a:cs typeface="Arimo"/>
                        <a:sym typeface="Arimo"/>
                      </a:rPr>
                      <a:t>Location</a:t>
                    </a:r>
                    <a:endParaRPr sz="800">
                      <a:solidFill>
                        <a:schemeClr val="dk1"/>
                      </a:solidFill>
                      <a:latin typeface="Arimo"/>
                      <a:ea typeface="Arimo"/>
                      <a:cs typeface="Arimo"/>
                      <a:sym typeface="Arimo"/>
                    </a:endParaRPr>
                  </a:p>
                </p:txBody>
              </p:sp>
              <p:pic>
                <p:nvPicPr>
                  <p:cNvPr descr="Graduation marker. " id="903" name="Google Shape;903;p83"/>
                  <p:cNvPicPr preferRelativeResize="0"/>
                  <p:nvPr/>
                </p:nvPicPr>
                <p:blipFill>
                  <a:blip r:embed="rId5">
                    <a:alphaModFix/>
                  </a:blip>
                  <a:stretch>
                    <a:fillRect/>
                  </a:stretch>
                </p:blipFill>
                <p:spPr>
                  <a:xfrm>
                    <a:off x="6311850" y="1548723"/>
                    <a:ext cx="147850" cy="187502"/>
                  </a:xfrm>
                  <a:prstGeom prst="rect">
                    <a:avLst/>
                  </a:prstGeom>
                  <a:noFill/>
                  <a:ln>
                    <a:noFill/>
                  </a:ln>
                </p:spPr>
              </p:pic>
            </p:grpSp>
          </p:grpSp>
          <p:grpSp>
            <p:nvGrpSpPr>
              <p:cNvPr id="904" name="Google Shape;904;p83"/>
              <p:cNvGrpSpPr/>
              <p:nvPr/>
            </p:nvGrpSpPr>
            <p:grpSpPr>
              <a:xfrm>
                <a:off x="6297088" y="2443650"/>
                <a:ext cx="2363213" cy="760063"/>
                <a:chOff x="6297088" y="2443650"/>
                <a:chExt cx="2363213" cy="760063"/>
              </a:xfrm>
            </p:grpSpPr>
            <p:grpSp>
              <p:nvGrpSpPr>
                <p:cNvPr id="905" name="Google Shape;905;p83"/>
                <p:cNvGrpSpPr/>
                <p:nvPr/>
              </p:nvGrpSpPr>
              <p:grpSpPr>
                <a:xfrm>
                  <a:off x="6297088" y="2443650"/>
                  <a:ext cx="2363213" cy="250200"/>
                  <a:chOff x="6297088" y="2443650"/>
                  <a:chExt cx="2363213" cy="250200"/>
                </a:xfrm>
              </p:grpSpPr>
              <p:sp>
                <p:nvSpPr>
                  <p:cNvPr id="906" name="Google Shape;906;p83"/>
                  <p:cNvSpPr txBox="1"/>
                  <p:nvPr/>
                </p:nvSpPr>
                <p:spPr>
                  <a:xfrm>
                    <a:off x="6619400" y="2443650"/>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700">
                        <a:solidFill>
                          <a:schemeClr val="dk1"/>
                        </a:solidFill>
                        <a:latin typeface="Arimo"/>
                        <a:ea typeface="Arimo"/>
                        <a:cs typeface="Arimo"/>
                        <a:sym typeface="Arimo"/>
                      </a:rPr>
                      <a:t>Analyze a user behavior. For example, you might describe where they discover products and how frequently they shop. </a:t>
                    </a:r>
                    <a:endParaRPr sz="700">
                      <a:solidFill>
                        <a:schemeClr val="dk1"/>
                      </a:solidFill>
                      <a:latin typeface="Arimo"/>
                      <a:ea typeface="Arimo"/>
                      <a:cs typeface="Arimo"/>
                      <a:sym typeface="Arimo"/>
                    </a:endParaRPr>
                  </a:p>
                </p:txBody>
              </p:sp>
              <p:grpSp>
                <p:nvGrpSpPr>
                  <p:cNvPr id="907" name="Google Shape;907;p83"/>
                  <p:cNvGrpSpPr/>
                  <p:nvPr/>
                </p:nvGrpSpPr>
                <p:grpSpPr>
                  <a:xfrm>
                    <a:off x="6297088" y="2474438"/>
                    <a:ext cx="177375" cy="177225"/>
                    <a:chOff x="3367975" y="2474450"/>
                    <a:chExt cx="177375" cy="177225"/>
                  </a:xfrm>
                </p:grpSpPr>
                <p:sp>
                  <p:nvSpPr>
                    <p:cNvPr descr="A shopping cart icon" id="908" name="Google Shape;908;p83"/>
                    <p:cNvSpPr/>
                    <p:nvPr/>
                  </p:nvSpPr>
                  <p:spPr>
                    <a:xfrm>
                      <a:off x="3367975" y="2474450"/>
                      <a:ext cx="177375" cy="90225"/>
                    </a:xfrm>
                    <a:custGeom>
                      <a:rect b="b" l="l" r="r" t="t"/>
                      <a:pathLst>
                        <a:path extrusionOk="0" h="3609" w="7095">
                          <a:moveTo>
                            <a:pt x="0" y="0"/>
                          </a:moveTo>
                          <a:lnTo>
                            <a:pt x="861" y="0"/>
                          </a:lnTo>
                          <a:lnTo>
                            <a:pt x="2502" y="3609"/>
                          </a:lnTo>
                          <a:lnTo>
                            <a:pt x="5742" y="3609"/>
                          </a:lnTo>
                          <a:lnTo>
                            <a:pt x="7095" y="943"/>
                          </a:lnTo>
                          <a:lnTo>
                            <a:pt x="1271" y="902"/>
                          </a:lnTo>
                        </a:path>
                      </a:pathLst>
                    </a:custGeom>
                    <a:noFill/>
                    <a:ln cap="flat" cmpd="sng" w="9525">
                      <a:solidFill>
                        <a:schemeClr val="dk1"/>
                      </a:solidFill>
                      <a:prstDash val="solid"/>
                      <a:round/>
                      <a:headEnd len="med" w="med" type="none"/>
                      <a:tailEnd len="med" w="med" type="none"/>
                    </a:ln>
                  </p:spPr>
                </p:sp>
                <p:sp>
                  <p:nvSpPr>
                    <p:cNvPr id="909" name="Google Shape;909;p83"/>
                    <p:cNvSpPr/>
                    <p:nvPr/>
                  </p:nvSpPr>
                  <p:spPr>
                    <a:xfrm>
                      <a:off x="3406300" y="2559550"/>
                      <a:ext cx="126100" cy="42025"/>
                    </a:xfrm>
                    <a:custGeom>
                      <a:rect b="b" l="l" r="r" t="t"/>
                      <a:pathLst>
                        <a:path extrusionOk="0" h="1681" w="5044">
                          <a:moveTo>
                            <a:pt x="943" y="0"/>
                          </a:moveTo>
                          <a:lnTo>
                            <a:pt x="0" y="1681"/>
                          </a:lnTo>
                          <a:lnTo>
                            <a:pt x="5044" y="1681"/>
                          </a:lnTo>
                        </a:path>
                      </a:pathLst>
                    </a:custGeom>
                    <a:noFill/>
                    <a:ln cap="flat" cmpd="sng" w="9525">
                      <a:solidFill>
                        <a:schemeClr val="dk1"/>
                      </a:solidFill>
                      <a:prstDash val="solid"/>
                      <a:round/>
                      <a:headEnd len="med" w="med" type="none"/>
                      <a:tailEnd len="med" w="med" type="none"/>
                    </a:ln>
                  </p:spPr>
                </p:sp>
                <p:sp>
                  <p:nvSpPr>
                    <p:cNvPr id="910" name="Google Shape;910;p83"/>
                    <p:cNvSpPr/>
                    <p:nvPr/>
                  </p:nvSpPr>
                  <p:spPr>
                    <a:xfrm>
                      <a:off x="34063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83"/>
                    <p:cNvSpPr/>
                    <p:nvPr/>
                  </p:nvSpPr>
                  <p:spPr>
                    <a:xfrm>
                      <a:off x="35015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grpSp>
              <p:nvGrpSpPr>
                <p:cNvPr id="912" name="Google Shape;912;p83"/>
                <p:cNvGrpSpPr/>
                <p:nvPr/>
              </p:nvGrpSpPr>
              <p:grpSpPr>
                <a:xfrm>
                  <a:off x="6311862" y="2953513"/>
                  <a:ext cx="2348438" cy="250200"/>
                  <a:chOff x="6311862" y="2953513"/>
                  <a:chExt cx="2348438" cy="250200"/>
                </a:xfrm>
              </p:grpSpPr>
              <p:sp>
                <p:nvSpPr>
                  <p:cNvPr id="913" name="Google Shape;913;p83"/>
                  <p:cNvSpPr txBox="1"/>
                  <p:nvPr/>
                </p:nvSpPr>
                <p:spPr>
                  <a:xfrm>
                    <a:off x="6619400" y="2953513"/>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None/>
                    </a:pPr>
                    <a:r>
                      <a:rPr lang="en" sz="700">
                        <a:solidFill>
                          <a:schemeClr val="dk1"/>
                        </a:solidFill>
                        <a:latin typeface="Arimo"/>
                        <a:ea typeface="Arimo"/>
                        <a:cs typeface="Arimo"/>
                        <a:sym typeface="Arimo"/>
                      </a:rPr>
                      <a:t>Continue your analysis. Think about how users interact with brands. What touchpoints or platforms do they engage with?</a:t>
                    </a:r>
                    <a:endParaRPr sz="700">
                      <a:solidFill>
                        <a:schemeClr val="dk1"/>
                      </a:solidFill>
                      <a:latin typeface="Arimo"/>
                      <a:ea typeface="Arimo"/>
                      <a:cs typeface="Arimo"/>
                      <a:sym typeface="Arimo"/>
                    </a:endParaRPr>
                  </a:p>
                </p:txBody>
              </p:sp>
              <p:pic>
                <p:nvPicPr>
                  <p:cNvPr descr="A finger tap icon" id="914" name="Google Shape;914;p83"/>
                  <p:cNvPicPr preferRelativeResize="0"/>
                  <p:nvPr/>
                </p:nvPicPr>
                <p:blipFill>
                  <a:blip r:embed="rId6">
                    <a:alphaModFix/>
                  </a:blip>
                  <a:stretch>
                    <a:fillRect/>
                  </a:stretch>
                </p:blipFill>
                <p:spPr>
                  <a:xfrm>
                    <a:off x="6311862" y="2974155"/>
                    <a:ext cx="147825" cy="210332"/>
                  </a:xfrm>
                  <a:prstGeom prst="rect">
                    <a:avLst/>
                  </a:prstGeom>
                  <a:noFill/>
                  <a:ln>
                    <a:noFill/>
                  </a:ln>
                </p:spPr>
              </p:pic>
            </p:grpSp>
          </p:grpSp>
        </p:grpSp>
      </p:grpSp>
      <p:pic>
        <p:nvPicPr>
          <p:cNvPr id="915" name="Google Shape;915;p83"/>
          <p:cNvPicPr preferRelativeResize="0"/>
          <p:nvPr/>
        </p:nvPicPr>
        <p:blipFill rotWithShape="1">
          <a:blip r:embed="rId3">
            <a:alphaModFix/>
          </a:blip>
          <a:srcRect b="0" l="27373" r="49201" t="0"/>
          <a:stretch/>
        </p:blipFill>
        <p:spPr>
          <a:xfrm>
            <a:off x="3148625" y="277500"/>
            <a:ext cx="2800500" cy="4582500"/>
          </a:xfrm>
          <a:prstGeom prst="roundRect">
            <a:avLst>
              <a:gd fmla="val 9632" name="adj"/>
            </a:avLst>
          </a:prstGeom>
          <a:noFill/>
          <a:ln>
            <a:noFill/>
          </a:ln>
        </p:spPr>
      </p:pic>
      <p:sp>
        <p:nvSpPr>
          <p:cNvPr id="916" name="Google Shape;916;p83"/>
          <p:cNvSpPr/>
          <p:nvPr/>
        </p:nvSpPr>
        <p:spPr>
          <a:xfrm>
            <a:off x="3343375" y="454950"/>
            <a:ext cx="712500" cy="712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917" name="Google Shape;917;p83"/>
          <p:cNvSpPr txBox="1"/>
          <p:nvPr/>
        </p:nvSpPr>
        <p:spPr>
          <a:xfrm>
            <a:off x="4055875" y="510600"/>
            <a:ext cx="1893300" cy="60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1700">
                <a:solidFill>
                  <a:schemeClr val="dk1"/>
                </a:solidFill>
                <a:latin typeface="Arimo"/>
                <a:ea typeface="Arimo"/>
                <a:cs typeface="Arimo"/>
                <a:sym typeface="Arimo"/>
              </a:rPr>
              <a:t>Name, Age</a:t>
            </a:r>
            <a:endParaRPr sz="1700">
              <a:solidFill>
                <a:schemeClr val="dk1"/>
              </a:solidFill>
              <a:latin typeface="Arimo"/>
              <a:ea typeface="Arimo"/>
              <a:cs typeface="Arimo"/>
              <a:sym typeface="Arimo"/>
            </a:endParaRPr>
          </a:p>
        </p:txBody>
      </p:sp>
      <p:pic>
        <p:nvPicPr>
          <p:cNvPr descr="A woman stands in a train, looking off to the side and holding takeaway coffee." id="918" name="Google Shape;918;p83"/>
          <p:cNvPicPr preferRelativeResize="0"/>
          <p:nvPr/>
        </p:nvPicPr>
        <p:blipFill rotWithShape="1">
          <a:blip r:embed="rId7">
            <a:alphaModFix/>
          </a:blip>
          <a:srcRect b="39464" l="44862" r="20863" t="9003"/>
          <a:stretch/>
        </p:blipFill>
        <p:spPr>
          <a:xfrm>
            <a:off x="3399050" y="509425"/>
            <a:ext cx="603600" cy="603600"/>
          </a:xfrm>
          <a:prstGeom prst="roundRect">
            <a:avLst>
              <a:gd fmla="val 50000" name="adj"/>
            </a:avLst>
          </a:prstGeom>
          <a:noFill/>
          <a:ln>
            <a:noFill/>
          </a:ln>
        </p:spPr>
      </p:pic>
      <p:grpSp>
        <p:nvGrpSpPr>
          <p:cNvPr id="919" name="Google Shape;919;p83"/>
          <p:cNvGrpSpPr/>
          <p:nvPr/>
        </p:nvGrpSpPr>
        <p:grpSpPr>
          <a:xfrm>
            <a:off x="3155825" y="1383425"/>
            <a:ext cx="2788200" cy="3323525"/>
            <a:chOff x="3155825" y="1383425"/>
            <a:chExt cx="2788200" cy="3323525"/>
          </a:xfrm>
        </p:grpSpPr>
        <p:grpSp>
          <p:nvGrpSpPr>
            <p:cNvPr id="920" name="Google Shape;920;p83"/>
            <p:cNvGrpSpPr/>
            <p:nvPr/>
          </p:nvGrpSpPr>
          <p:grpSpPr>
            <a:xfrm>
              <a:off x="3155825" y="1383425"/>
              <a:ext cx="2788200" cy="2079950"/>
              <a:chOff x="3155825" y="1383425"/>
              <a:chExt cx="2788200" cy="2079950"/>
            </a:xfrm>
          </p:grpSpPr>
          <p:cxnSp>
            <p:nvCxnSpPr>
              <p:cNvPr id="921" name="Google Shape;921;p83"/>
              <p:cNvCxnSpPr/>
              <p:nvPr/>
            </p:nvCxnSpPr>
            <p:spPr>
              <a:xfrm>
                <a:off x="3155825" y="2203000"/>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922" name="Google Shape;922;p83"/>
              <p:cNvCxnSpPr/>
              <p:nvPr/>
            </p:nvCxnSpPr>
            <p:spPr>
              <a:xfrm>
                <a:off x="3155825" y="1386575"/>
                <a:ext cx="2788200" cy="0"/>
              </a:xfrm>
              <a:prstGeom prst="straightConnector1">
                <a:avLst/>
              </a:prstGeom>
              <a:noFill/>
              <a:ln cap="flat" cmpd="sng" w="9525">
                <a:solidFill>
                  <a:schemeClr val="dk2"/>
                </a:solidFill>
                <a:prstDash val="solid"/>
                <a:round/>
                <a:headEnd len="med" w="med" type="none"/>
                <a:tailEnd len="med" w="med" type="none"/>
              </a:ln>
            </p:spPr>
          </p:cxnSp>
          <p:cxnSp>
            <p:nvCxnSpPr>
              <p:cNvPr id="923" name="Google Shape;923;p83"/>
              <p:cNvCxnSpPr/>
              <p:nvPr/>
            </p:nvCxnSpPr>
            <p:spPr>
              <a:xfrm>
                <a:off x="4548725" y="1383425"/>
                <a:ext cx="0" cy="819900"/>
              </a:xfrm>
              <a:prstGeom prst="straightConnector1">
                <a:avLst/>
              </a:prstGeom>
              <a:noFill/>
              <a:ln cap="flat" cmpd="sng" w="9525">
                <a:solidFill>
                  <a:schemeClr val="dk2"/>
                </a:solidFill>
                <a:prstDash val="solid"/>
                <a:round/>
                <a:headEnd len="med" w="med" type="none"/>
                <a:tailEnd len="med" w="med" type="none"/>
              </a:ln>
            </p:spPr>
          </p:cxnSp>
          <p:cxnSp>
            <p:nvCxnSpPr>
              <p:cNvPr id="924" name="Google Shape;924;p83"/>
              <p:cNvCxnSpPr/>
              <p:nvPr/>
            </p:nvCxnSpPr>
            <p:spPr>
              <a:xfrm>
                <a:off x="3155825" y="3463375"/>
                <a:ext cx="2788200" cy="0"/>
              </a:xfrm>
              <a:prstGeom prst="straightConnector1">
                <a:avLst/>
              </a:prstGeom>
              <a:noFill/>
              <a:ln cap="flat" cmpd="sng" w="9525">
                <a:solidFill>
                  <a:schemeClr val="dk2"/>
                </a:solidFill>
                <a:prstDash val="solid"/>
                <a:round/>
                <a:headEnd len="med" w="med" type="none"/>
                <a:tailEnd len="med" w="med" type="none"/>
              </a:ln>
            </p:spPr>
          </p:cxnSp>
        </p:grpSp>
        <p:grpSp>
          <p:nvGrpSpPr>
            <p:cNvPr id="925" name="Google Shape;925;p83"/>
            <p:cNvGrpSpPr/>
            <p:nvPr/>
          </p:nvGrpSpPr>
          <p:grpSpPr>
            <a:xfrm>
              <a:off x="3343375" y="1500900"/>
              <a:ext cx="2477400" cy="3206050"/>
              <a:chOff x="3343375" y="1500900"/>
              <a:chExt cx="2477400" cy="3206050"/>
            </a:xfrm>
          </p:grpSpPr>
          <p:sp>
            <p:nvSpPr>
              <p:cNvPr id="926" name="Google Shape;926;p83"/>
              <p:cNvSpPr txBox="1"/>
              <p:nvPr/>
            </p:nvSpPr>
            <p:spPr>
              <a:xfrm>
                <a:off x="3343375" y="3618850"/>
                <a:ext cx="2477400" cy="108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n" sz="1000">
                    <a:solidFill>
                      <a:schemeClr val="dk1"/>
                    </a:solidFill>
                    <a:latin typeface="Arimo"/>
                    <a:ea typeface="Arimo"/>
                    <a:cs typeface="Arimo"/>
                    <a:sym typeface="Arimo"/>
                  </a:rPr>
                  <a:t>“Quote this hypothetical user on their everyday needs, motivations, and pain points. You can also share a reaction to your product or solution.”</a:t>
                </a:r>
                <a:endParaRPr sz="1000">
                  <a:solidFill>
                    <a:schemeClr val="dk1"/>
                  </a:solidFill>
                  <a:latin typeface="Arimo"/>
                  <a:ea typeface="Arimo"/>
                  <a:cs typeface="Arimo"/>
                  <a:sym typeface="Arimo"/>
                </a:endParaRPr>
              </a:p>
            </p:txBody>
          </p:sp>
          <p:grpSp>
            <p:nvGrpSpPr>
              <p:cNvPr id="927" name="Google Shape;927;p83"/>
              <p:cNvGrpSpPr/>
              <p:nvPr/>
            </p:nvGrpSpPr>
            <p:grpSpPr>
              <a:xfrm>
                <a:off x="4740038" y="1500900"/>
                <a:ext cx="959163" cy="580850"/>
                <a:chOff x="4740038" y="1500900"/>
                <a:chExt cx="959163" cy="580850"/>
              </a:xfrm>
            </p:grpSpPr>
            <p:grpSp>
              <p:nvGrpSpPr>
                <p:cNvPr id="928" name="Google Shape;928;p83"/>
                <p:cNvGrpSpPr/>
                <p:nvPr/>
              </p:nvGrpSpPr>
              <p:grpSpPr>
                <a:xfrm>
                  <a:off x="4743321" y="1500900"/>
                  <a:ext cx="955879" cy="250200"/>
                  <a:chOff x="4743321" y="1500900"/>
                  <a:chExt cx="955879" cy="250200"/>
                </a:xfrm>
              </p:grpSpPr>
              <p:sp>
                <p:nvSpPr>
                  <p:cNvPr id="929" name="Google Shape;929;p83"/>
                  <p:cNvSpPr txBox="1"/>
                  <p:nvPr/>
                </p:nvSpPr>
                <p:spPr>
                  <a:xfrm>
                    <a:off x="4986700"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Education</a:t>
                    </a:r>
                    <a:endParaRPr sz="800">
                      <a:solidFill>
                        <a:schemeClr val="dk1"/>
                      </a:solidFill>
                      <a:latin typeface="Arimo"/>
                      <a:ea typeface="Arimo"/>
                      <a:cs typeface="Arimo"/>
                      <a:sym typeface="Arimo"/>
                    </a:endParaRPr>
                  </a:p>
                </p:txBody>
              </p:sp>
              <p:grpSp>
                <p:nvGrpSpPr>
                  <p:cNvPr id="930" name="Google Shape;930;p83"/>
                  <p:cNvGrpSpPr/>
                  <p:nvPr/>
                </p:nvGrpSpPr>
                <p:grpSpPr>
                  <a:xfrm>
                    <a:off x="4743321" y="1540445"/>
                    <a:ext cx="172832" cy="159347"/>
                    <a:chOff x="4983738" y="2184175"/>
                    <a:chExt cx="289163" cy="266601"/>
                  </a:xfrm>
                </p:grpSpPr>
                <p:sp>
                  <p:nvSpPr>
                    <p:cNvPr id="931" name="Google Shape;931;p83"/>
                    <p:cNvSpPr/>
                    <p:nvPr/>
                  </p:nvSpPr>
                  <p:spPr>
                    <a:xfrm>
                      <a:off x="4983738" y="2184175"/>
                      <a:ext cx="289150" cy="171300"/>
                    </a:xfrm>
                    <a:custGeom>
                      <a:rect b="b" l="l" r="r" t="t"/>
                      <a:pathLst>
                        <a:path extrusionOk="0" h="6852" w="11566">
                          <a:moveTo>
                            <a:pt x="0" y="3256"/>
                          </a:moveTo>
                          <a:lnTo>
                            <a:pt x="5540" y="0"/>
                          </a:lnTo>
                          <a:lnTo>
                            <a:pt x="11566" y="3402"/>
                          </a:lnTo>
                          <a:lnTo>
                            <a:pt x="5686" y="6852"/>
                          </a:lnTo>
                          <a:close/>
                        </a:path>
                      </a:pathLst>
                    </a:custGeom>
                    <a:noFill/>
                    <a:ln cap="flat" cmpd="sng" w="9525">
                      <a:solidFill>
                        <a:schemeClr val="dk1"/>
                      </a:solidFill>
                      <a:prstDash val="solid"/>
                      <a:round/>
                      <a:headEnd len="med" w="med" type="none"/>
                      <a:tailEnd len="med" w="med" type="none"/>
                    </a:ln>
                  </p:spPr>
                </p:sp>
                <p:cxnSp>
                  <p:nvCxnSpPr>
                    <p:cNvPr id="932" name="Google Shape;932;p83"/>
                    <p:cNvCxnSpPr/>
                    <p:nvPr/>
                  </p:nvCxnSpPr>
                  <p:spPr>
                    <a:xfrm>
                      <a:off x="5272900" y="2269750"/>
                      <a:ext cx="0" cy="114300"/>
                    </a:xfrm>
                    <a:prstGeom prst="straightConnector1">
                      <a:avLst/>
                    </a:prstGeom>
                    <a:noFill/>
                    <a:ln cap="flat" cmpd="sng" w="9525">
                      <a:solidFill>
                        <a:schemeClr val="dk1"/>
                      </a:solidFill>
                      <a:prstDash val="solid"/>
                      <a:round/>
                      <a:headEnd len="med" w="med" type="none"/>
                      <a:tailEnd len="med" w="med" type="none"/>
                    </a:ln>
                  </p:spPr>
                </p:cxnSp>
                <p:sp>
                  <p:nvSpPr>
                    <p:cNvPr descr="Graduation cap icon. " id="933" name="Google Shape;933;p83"/>
                    <p:cNvSpPr/>
                    <p:nvPr/>
                  </p:nvSpPr>
                  <p:spPr>
                    <a:xfrm>
                      <a:off x="5020950" y="2287650"/>
                      <a:ext cx="207745" cy="163126"/>
                    </a:xfrm>
                    <a:custGeom>
                      <a:rect b="b" l="l" r="r" t="t"/>
                      <a:pathLst>
                        <a:path extrusionOk="0" h="6172" w="8067">
                          <a:moveTo>
                            <a:pt x="0" y="0"/>
                          </a:moveTo>
                          <a:lnTo>
                            <a:pt x="0" y="4082"/>
                          </a:lnTo>
                          <a:lnTo>
                            <a:pt x="4179" y="6172"/>
                          </a:lnTo>
                          <a:lnTo>
                            <a:pt x="8067" y="3936"/>
                          </a:lnTo>
                          <a:lnTo>
                            <a:pt x="8067" y="243"/>
                          </a:lnTo>
                          <a:lnTo>
                            <a:pt x="4082" y="2478"/>
                          </a:lnTo>
                          <a:close/>
                        </a:path>
                      </a:pathLst>
                    </a:custGeom>
                    <a:noFill/>
                    <a:ln cap="flat" cmpd="sng" w="9525">
                      <a:solidFill>
                        <a:schemeClr val="dk1"/>
                      </a:solidFill>
                      <a:prstDash val="solid"/>
                      <a:round/>
                      <a:headEnd len="med" w="med" type="none"/>
                      <a:tailEnd len="med" w="med" type="none"/>
                    </a:ln>
                  </p:spPr>
                </p:sp>
              </p:grpSp>
            </p:grpSp>
            <p:grpSp>
              <p:nvGrpSpPr>
                <p:cNvPr id="934" name="Google Shape;934;p83"/>
                <p:cNvGrpSpPr/>
                <p:nvPr/>
              </p:nvGrpSpPr>
              <p:grpSpPr>
                <a:xfrm>
                  <a:off x="4740038" y="1831550"/>
                  <a:ext cx="959163" cy="250200"/>
                  <a:chOff x="4740038" y="1831550"/>
                  <a:chExt cx="959163" cy="250200"/>
                </a:xfrm>
              </p:grpSpPr>
              <p:sp>
                <p:nvSpPr>
                  <p:cNvPr id="935" name="Google Shape;935;p83"/>
                  <p:cNvSpPr txBox="1"/>
                  <p:nvPr/>
                </p:nvSpPr>
                <p:spPr>
                  <a:xfrm>
                    <a:off x="4986700" y="183155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Job</a:t>
                    </a:r>
                    <a:endParaRPr sz="800">
                      <a:solidFill>
                        <a:schemeClr val="dk1"/>
                      </a:solidFill>
                      <a:latin typeface="Arimo"/>
                      <a:ea typeface="Arimo"/>
                      <a:cs typeface="Arimo"/>
                      <a:sym typeface="Arimo"/>
                    </a:endParaRPr>
                  </a:p>
                </p:txBody>
              </p:sp>
              <p:grpSp>
                <p:nvGrpSpPr>
                  <p:cNvPr id="936" name="Google Shape;936;p83"/>
                  <p:cNvGrpSpPr/>
                  <p:nvPr/>
                </p:nvGrpSpPr>
                <p:grpSpPr>
                  <a:xfrm>
                    <a:off x="4740038" y="1860050"/>
                    <a:ext cx="179400" cy="158050"/>
                    <a:chOff x="4739975" y="1877300"/>
                    <a:chExt cx="179400" cy="158050"/>
                  </a:xfrm>
                </p:grpSpPr>
                <p:sp>
                  <p:nvSpPr>
                    <p:cNvPr descr="A suitcase icon." id="937" name="Google Shape;937;p83"/>
                    <p:cNvSpPr/>
                    <p:nvPr/>
                  </p:nvSpPr>
                  <p:spPr>
                    <a:xfrm>
                      <a:off x="4739975" y="1910250"/>
                      <a:ext cx="179400" cy="125100"/>
                    </a:xfrm>
                    <a:prstGeom prst="roundRect">
                      <a:avLst>
                        <a:gd fmla="val 7674"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938" name="Google Shape;938;p83"/>
                    <p:cNvSpPr/>
                    <p:nvPr/>
                  </p:nvSpPr>
                  <p:spPr>
                    <a:xfrm>
                      <a:off x="4805025" y="1877300"/>
                      <a:ext cx="51225" cy="31225"/>
                    </a:xfrm>
                    <a:custGeom>
                      <a:rect b="b" l="l" r="r" t="t"/>
                      <a:pathLst>
                        <a:path extrusionOk="0" h="1249" w="2049">
                          <a:moveTo>
                            <a:pt x="0" y="1185"/>
                          </a:moveTo>
                          <a:lnTo>
                            <a:pt x="0" y="0"/>
                          </a:lnTo>
                          <a:lnTo>
                            <a:pt x="2049" y="0"/>
                          </a:lnTo>
                          <a:lnTo>
                            <a:pt x="2049" y="1249"/>
                          </a:lnTo>
                        </a:path>
                      </a:pathLst>
                    </a:custGeom>
                    <a:noFill/>
                    <a:ln cap="flat" cmpd="sng" w="9525">
                      <a:solidFill>
                        <a:schemeClr val="dk1"/>
                      </a:solidFill>
                      <a:prstDash val="solid"/>
                      <a:round/>
                      <a:headEnd len="med" w="med" type="none"/>
                      <a:tailEnd len="med" w="med" type="none"/>
                    </a:ln>
                  </p:spPr>
                </p:sp>
              </p:grpSp>
            </p:grpSp>
          </p:grpSp>
          <p:grpSp>
            <p:nvGrpSpPr>
              <p:cNvPr id="939" name="Google Shape;939;p83"/>
              <p:cNvGrpSpPr/>
              <p:nvPr/>
            </p:nvGrpSpPr>
            <p:grpSpPr>
              <a:xfrm>
                <a:off x="3373040" y="2443650"/>
                <a:ext cx="2369935" cy="250200"/>
                <a:chOff x="3373040" y="2443650"/>
                <a:chExt cx="2369935" cy="250200"/>
              </a:xfrm>
            </p:grpSpPr>
            <p:sp>
              <p:nvSpPr>
                <p:cNvPr id="940" name="Google Shape;940;p83"/>
                <p:cNvSpPr txBox="1"/>
                <p:nvPr/>
              </p:nvSpPr>
              <p:spPr>
                <a:xfrm>
                  <a:off x="3702075" y="2443650"/>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Analyze a user behavior. For example, you might describe where they discover products and how frequently they shop. </a:t>
                  </a:r>
                  <a:endParaRPr sz="700">
                    <a:solidFill>
                      <a:schemeClr val="dk1"/>
                    </a:solidFill>
                    <a:latin typeface="Arimo"/>
                    <a:ea typeface="Arimo"/>
                    <a:cs typeface="Arimo"/>
                    <a:sym typeface="Arimo"/>
                  </a:endParaRPr>
                </a:p>
              </p:txBody>
            </p:sp>
            <p:grpSp>
              <p:nvGrpSpPr>
                <p:cNvPr id="941" name="Google Shape;941;p83"/>
                <p:cNvGrpSpPr/>
                <p:nvPr/>
              </p:nvGrpSpPr>
              <p:grpSpPr>
                <a:xfrm>
                  <a:off x="3373040" y="2474450"/>
                  <a:ext cx="177375" cy="177225"/>
                  <a:chOff x="3367975" y="2474450"/>
                  <a:chExt cx="177375" cy="177225"/>
                </a:xfrm>
              </p:grpSpPr>
              <p:sp>
                <p:nvSpPr>
                  <p:cNvPr descr="A shopping cart icon. " id="942" name="Google Shape;942;p83"/>
                  <p:cNvSpPr/>
                  <p:nvPr/>
                </p:nvSpPr>
                <p:spPr>
                  <a:xfrm>
                    <a:off x="3367975" y="2474450"/>
                    <a:ext cx="177375" cy="90225"/>
                  </a:xfrm>
                  <a:custGeom>
                    <a:rect b="b" l="l" r="r" t="t"/>
                    <a:pathLst>
                      <a:path extrusionOk="0" h="3609" w="7095">
                        <a:moveTo>
                          <a:pt x="0" y="0"/>
                        </a:moveTo>
                        <a:lnTo>
                          <a:pt x="861" y="0"/>
                        </a:lnTo>
                        <a:lnTo>
                          <a:pt x="2502" y="3609"/>
                        </a:lnTo>
                        <a:lnTo>
                          <a:pt x="5742" y="3609"/>
                        </a:lnTo>
                        <a:lnTo>
                          <a:pt x="7095" y="943"/>
                        </a:lnTo>
                        <a:lnTo>
                          <a:pt x="1271" y="902"/>
                        </a:lnTo>
                      </a:path>
                    </a:pathLst>
                  </a:custGeom>
                  <a:noFill/>
                  <a:ln cap="flat" cmpd="sng" w="9525">
                    <a:solidFill>
                      <a:schemeClr val="dk1"/>
                    </a:solidFill>
                    <a:prstDash val="solid"/>
                    <a:round/>
                    <a:headEnd len="med" w="med" type="none"/>
                    <a:tailEnd len="med" w="med" type="none"/>
                  </a:ln>
                </p:spPr>
              </p:sp>
              <p:sp>
                <p:nvSpPr>
                  <p:cNvPr id="943" name="Google Shape;943;p83"/>
                  <p:cNvSpPr/>
                  <p:nvPr/>
                </p:nvSpPr>
                <p:spPr>
                  <a:xfrm>
                    <a:off x="3406300" y="2559550"/>
                    <a:ext cx="126100" cy="42025"/>
                  </a:xfrm>
                  <a:custGeom>
                    <a:rect b="b" l="l" r="r" t="t"/>
                    <a:pathLst>
                      <a:path extrusionOk="0" h="1681" w="5044">
                        <a:moveTo>
                          <a:pt x="943" y="0"/>
                        </a:moveTo>
                        <a:lnTo>
                          <a:pt x="0" y="1681"/>
                        </a:lnTo>
                        <a:lnTo>
                          <a:pt x="5044" y="1681"/>
                        </a:lnTo>
                      </a:path>
                    </a:pathLst>
                  </a:custGeom>
                  <a:noFill/>
                  <a:ln cap="flat" cmpd="sng" w="9525">
                    <a:solidFill>
                      <a:schemeClr val="dk1"/>
                    </a:solidFill>
                    <a:prstDash val="solid"/>
                    <a:round/>
                    <a:headEnd len="med" w="med" type="none"/>
                    <a:tailEnd len="med" w="med" type="none"/>
                  </a:ln>
                </p:spPr>
              </p:sp>
              <p:sp>
                <p:nvSpPr>
                  <p:cNvPr id="944" name="Google Shape;944;p83"/>
                  <p:cNvSpPr/>
                  <p:nvPr/>
                </p:nvSpPr>
                <p:spPr>
                  <a:xfrm>
                    <a:off x="34063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5" name="Google Shape;945;p83"/>
                  <p:cNvSpPr/>
                  <p:nvPr/>
                </p:nvSpPr>
                <p:spPr>
                  <a:xfrm>
                    <a:off x="3501500" y="2621075"/>
                    <a:ext cx="30900" cy="306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grpSp>
            <p:nvGrpSpPr>
              <p:cNvPr id="946" name="Google Shape;946;p83"/>
              <p:cNvGrpSpPr/>
              <p:nvPr/>
            </p:nvGrpSpPr>
            <p:grpSpPr>
              <a:xfrm>
                <a:off x="3375327" y="1500900"/>
                <a:ext cx="962648" cy="580875"/>
                <a:chOff x="3375327" y="1500900"/>
                <a:chExt cx="962648" cy="580875"/>
              </a:xfrm>
            </p:grpSpPr>
            <p:grpSp>
              <p:nvGrpSpPr>
                <p:cNvPr id="947" name="Google Shape;947;p83"/>
                <p:cNvGrpSpPr/>
                <p:nvPr/>
              </p:nvGrpSpPr>
              <p:grpSpPr>
                <a:xfrm>
                  <a:off x="3375327" y="1831575"/>
                  <a:ext cx="962648" cy="250200"/>
                  <a:chOff x="3375327" y="1831575"/>
                  <a:chExt cx="962648" cy="250200"/>
                </a:xfrm>
              </p:grpSpPr>
              <p:sp>
                <p:nvSpPr>
                  <p:cNvPr id="948" name="Google Shape;948;p83"/>
                  <p:cNvSpPr txBox="1"/>
                  <p:nvPr/>
                </p:nvSpPr>
                <p:spPr>
                  <a:xfrm>
                    <a:off x="3625475" y="1831575"/>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Interests</a:t>
                    </a:r>
                    <a:endParaRPr sz="800">
                      <a:solidFill>
                        <a:schemeClr val="dk1"/>
                      </a:solidFill>
                      <a:latin typeface="Arimo"/>
                      <a:ea typeface="Arimo"/>
                      <a:cs typeface="Arimo"/>
                      <a:sym typeface="Arimo"/>
                    </a:endParaRPr>
                  </a:p>
                </p:txBody>
              </p:sp>
              <p:sp>
                <p:nvSpPr>
                  <p:cNvPr descr="A heart icon" id="949" name="Google Shape;949;p83"/>
                  <p:cNvSpPr/>
                  <p:nvPr/>
                </p:nvSpPr>
                <p:spPr>
                  <a:xfrm>
                    <a:off x="3375327" y="1876038"/>
                    <a:ext cx="172800" cy="159300"/>
                  </a:xfrm>
                  <a:prstGeom prst="hear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grpSp>
            <p:grpSp>
              <p:nvGrpSpPr>
                <p:cNvPr id="950" name="Google Shape;950;p83"/>
                <p:cNvGrpSpPr/>
                <p:nvPr/>
              </p:nvGrpSpPr>
              <p:grpSpPr>
                <a:xfrm>
                  <a:off x="3387802" y="1500900"/>
                  <a:ext cx="950173" cy="250200"/>
                  <a:chOff x="3387802" y="1500900"/>
                  <a:chExt cx="950173" cy="250200"/>
                </a:xfrm>
              </p:grpSpPr>
              <p:sp>
                <p:nvSpPr>
                  <p:cNvPr id="951" name="Google Shape;951;p83"/>
                  <p:cNvSpPr txBox="1"/>
                  <p:nvPr/>
                </p:nvSpPr>
                <p:spPr>
                  <a:xfrm>
                    <a:off x="3625475" y="1500900"/>
                    <a:ext cx="7125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800">
                        <a:solidFill>
                          <a:schemeClr val="dk1"/>
                        </a:solidFill>
                        <a:latin typeface="Arimo"/>
                        <a:ea typeface="Arimo"/>
                        <a:cs typeface="Arimo"/>
                        <a:sym typeface="Arimo"/>
                      </a:rPr>
                      <a:t>Location</a:t>
                    </a:r>
                    <a:endParaRPr sz="800">
                      <a:solidFill>
                        <a:schemeClr val="dk1"/>
                      </a:solidFill>
                      <a:latin typeface="Arimo"/>
                      <a:ea typeface="Arimo"/>
                      <a:cs typeface="Arimo"/>
                      <a:sym typeface="Arimo"/>
                    </a:endParaRPr>
                  </a:p>
                </p:txBody>
              </p:sp>
              <p:pic>
                <p:nvPicPr>
                  <p:cNvPr descr="Location marker. " id="952" name="Google Shape;952;p83"/>
                  <p:cNvPicPr preferRelativeResize="0"/>
                  <p:nvPr/>
                </p:nvPicPr>
                <p:blipFill>
                  <a:blip r:embed="rId5">
                    <a:alphaModFix/>
                  </a:blip>
                  <a:stretch>
                    <a:fillRect/>
                  </a:stretch>
                </p:blipFill>
                <p:spPr>
                  <a:xfrm>
                    <a:off x="3387802" y="1538536"/>
                    <a:ext cx="147850" cy="187502"/>
                  </a:xfrm>
                  <a:prstGeom prst="rect">
                    <a:avLst/>
                  </a:prstGeom>
                  <a:noFill/>
                  <a:ln>
                    <a:noFill/>
                  </a:ln>
                </p:spPr>
              </p:pic>
            </p:grpSp>
          </p:grpSp>
          <p:grpSp>
            <p:nvGrpSpPr>
              <p:cNvPr id="953" name="Google Shape;953;p83"/>
              <p:cNvGrpSpPr/>
              <p:nvPr/>
            </p:nvGrpSpPr>
            <p:grpSpPr>
              <a:xfrm>
                <a:off x="3387815" y="2953513"/>
                <a:ext cx="2355160" cy="250200"/>
                <a:chOff x="3387815" y="2953513"/>
                <a:chExt cx="2355160" cy="250200"/>
              </a:xfrm>
            </p:grpSpPr>
            <p:sp>
              <p:nvSpPr>
                <p:cNvPr id="954" name="Google Shape;954;p83"/>
                <p:cNvSpPr txBox="1"/>
                <p:nvPr/>
              </p:nvSpPr>
              <p:spPr>
                <a:xfrm>
                  <a:off x="3702075" y="2953513"/>
                  <a:ext cx="2040900" cy="25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700">
                      <a:solidFill>
                        <a:schemeClr val="dk1"/>
                      </a:solidFill>
                      <a:latin typeface="Arimo"/>
                      <a:ea typeface="Arimo"/>
                      <a:cs typeface="Arimo"/>
                      <a:sym typeface="Arimo"/>
                    </a:rPr>
                    <a:t>Continue your analysis. Think about how users interact with brands. What touchpoints or platforms do they engage with? </a:t>
                  </a:r>
                  <a:endParaRPr sz="700">
                    <a:solidFill>
                      <a:schemeClr val="dk1"/>
                    </a:solidFill>
                    <a:latin typeface="Arimo"/>
                    <a:ea typeface="Arimo"/>
                    <a:cs typeface="Arimo"/>
                    <a:sym typeface="Arimo"/>
                  </a:endParaRPr>
                </a:p>
              </p:txBody>
            </p:sp>
            <p:pic>
              <p:nvPicPr>
                <p:cNvPr descr="A finger tap icon. " id="955" name="Google Shape;955;p83"/>
                <p:cNvPicPr preferRelativeResize="0"/>
                <p:nvPr/>
              </p:nvPicPr>
              <p:blipFill>
                <a:blip r:embed="rId6">
                  <a:alphaModFix/>
                </a:blip>
                <a:stretch>
                  <a:fillRect/>
                </a:stretch>
              </p:blipFill>
              <p:spPr>
                <a:xfrm>
                  <a:off x="3387815" y="2974155"/>
                  <a:ext cx="147825" cy="210332"/>
                </a:xfrm>
                <a:prstGeom prst="rect">
                  <a:avLst/>
                </a:prstGeom>
                <a:noFill/>
                <a:ln>
                  <a:noFill/>
                </a:ln>
              </p:spPr>
            </p:pic>
          </p:grp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9" name="Shape 959"/>
        <p:cNvGrpSpPr/>
        <p:nvPr/>
      </p:nvGrpSpPr>
      <p:grpSpPr>
        <a:xfrm>
          <a:off x="0" y="0"/>
          <a:ext cx="0" cy="0"/>
          <a:chOff x="0" y="0"/>
          <a:chExt cx="0" cy="0"/>
        </a:xfrm>
      </p:grpSpPr>
      <p:sp>
        <p:nvSpPr>
          <p:cNvPr id="960" name="Google Shape;960;p84"/>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User journey</a:t>
            </a:r>
            <a:endParaRPr/>
          </a:p>
        </p:txBody>
      </p:sp>
      <p:sp>
        <p:nvSpPr>
          <p:cNvPr id="961" name="Google Shape;961;p84"/>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Company Name</a:t>
            </a:r>
            <a:endParaRPr/>
          </a:p>
        </p:txBody>
      </p:sp>
      <p:sp>
        <p:nvSpPr>
          <p:cNvPr id="962" name="Google Shape;962;p84"/>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963" name="Google Shape;963;p84"/>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id="964" name="Google Shape;964;p84"/>
          <p:cNvPicPr preferRelativeResize="0"/>
          <p:nvPr/>
        </p:nvPicPr>
        <p:blipFill>
          <a:blip r:embed="rId3">
            <a:alphaModFix/>
          </a:blip>
          <a:stretch>
            <a:fillRect/>
          </a:stretch>
        </p:blipFill>
        <p:spPr>
          <a:xfrm>
            <a:off x="277925" y="1563300"/>
            <a:ext cx="8572500" cy="3285900"/>
          </a:xfrm>
          <a:prstGeom prst="roundRect">
            <a:avLst>
              <a:gd fmla="val 8833" name="adj"/>
            </a:avLst>
          </a:prstGeom>
          <a:noFill/>
          <a:ln>
            <a:noFill/>
          </a:ln>
        </p:spPr>
      </p:pic>
      <p:grpSp>
        <p:nvGrpSpPr>
          <p:cNvPr id="965" name="Google Shape;965;p84"/>
          <p:cNvGrpSpPr/>
          <p:nvPr/>
        </p:nvGrpSpPr>
        <p:grpSpPr>
          <a:xfrm>
            <a:off x="1659500" y="1738644"/>
            <a:ext cx="7206125" cy="138600"/>
            <a:chOff x="1659500" y="1738644"/>
            <a:chExt cx="7206125" cy="138600"/>
          </a:xfrm>
        </p:grpSpPr>
        <p:sp>
          <p:nvSpPr>
            <p:cNvPr id="966" name="Google Shape;966;p84"/>
            <p:cNvSpPr txBox="1"/>
            <p:nvPr/>
          </p:nvSpPr>
          <p:spPr>
            <a:xfrm>
              <a:off x="1659500" y="1738644"/>
              <a:ext cx="1801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AWARENESS</a:t>
              </a:r>
              <a:endParaRPr sz="900">
                <a:solidFill>
                  <a:schemeClr val="dk1"/>
                </a:solidFill>
                <a:latin typeface="Arimo"/>
                <a:ea typeface="Arimo"/>
                <a:cs typeface="Arimo"/>
                <a:sym typeface="Arimo"/>
              </a:endParaRPr>
            </a:p>
          </p:txBody>
        </p:sp>
        <p:sp>
          <p:nvSpPr>
            <p:cNvPr id="967" name="Google Shape;967;p84"/>
            <p:cNvSpPr txBox="1"/>
            <p:nvPr/>
          </p:nvSpPr>
          <p:spPr>
            <a:xfrm>
              <a:off x="3461000" y="1738644"/>
              <a:ext cx="1801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CONSIDERATION</a:t>
              </a:r>
              <a:endParaRPr sz="900">
                <a:solidFill>
                  <a:schemeClr val="dk1"/>
                </a:solidFill>
                <a:latin typeface="Arimo"/>
                <a:ea typeface="Arimo"/>
                <a:cs typeface="Arimo"/>
                <a:sym typeface="Arimo"/>
              </a:endParaRPr>
            </a:p>
          </p:txBody>
        </p:sp>
        <p:sp>
          <p:nvSpPr>
            <p:cNvPr id="968" name="Google Shape;968;p84"/>
            <p:cNvSpPr txBox="1"/>
            <p:nvPr/>
          </p:nvSpPr>
          <p:spPr>
            <a:xfrm>
              <a:off x="5262500" y="1738644"/>
              <a:ext cx="1801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DECISION</a:t>
              </a:r>
              <a:endParaRPr sz="900">
                <a:solidFill>
                  <a:schemeClr val="dk1"/>
                </a:solidFill>
                <a:latin typeface="Arimo"/>
                <a:ea typeface="Arimo"/>
                <a:cs typeface="Arimo"/>
                <a:sym typeface="Arimo"/>
              </a:endParaRPr>
            </a:p>
          </p:txBody>
        </p:sp>
        <p:sp>
          <p:nvSpPr>
            <p:cNvPr id="969" name="Google Shape;969;p84"/>
            <p:cNvSpPr txBox="1"/>
            <p:nvPr/>
          </p:nvSpPr>
          <p:spPr>
            <a:xfrm>
              <a:off x="7064125" y="1738644"/>
              <a:ext cx="18015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RETENTION</a:t>
              </a:r>
              <a:endParaRPr sz="900">
                <a:solidFill>
                  <a:schemeClr val="dk1"/>
                </a:solidFill>
                <a:latin typeface="Arimo"/>
                <a:ea typeface="Arimo"/>
                <a:cs typeface="Arimo"/>
                <a:sym typeface="Arimo"/>
              </a:endParaRPr>
            </a:p>
          </p:txBody>
        </p:sp>
      </p:grpSp>
      <p:cxnSp>
        <p:nvCxnSpPr>
          <p:cNvPr id="970" name="Google Shape;970;p84"/>
          <p:cNvCxnSpPr/>
          <p:nvPr/>
        </p:nvCxnSpPr>
        <p:spPr>
          <a:xfrm>
            <a:off x="2970350" y="4492519"/>
            <a:ext cx="978900" cy="0"/>
          </a:xfrm>
          <a:prstGeom prst="straightConnector1">
            <a:avLst/>
          </a:prstGeom>
          <a:noFill/>
          <a:ln cap="flat" cmpd="sng" w="9525">
            <a:solidFill>
              <a:schemeClr val="dk2"/>
            </a:solidFill>
            <a:prstDash val="solid"/>
            <a:round/>
            <a:headEnd len="med" w="med" type="oval"/>
            <a:tailEnd len="med" w="med" type="oval"/>
          </a:ln>
        </p:spPr>
      </p:cxnSp>
      <p:cxnSp>
        <p:nvCxnSpPr>
          <p:cNvPr id="971" name="Google Shape;971;p84"/>
          <p:cNvCxnSpPr/>
          <p:nvPr/>
        </p:nvCxnSpPr>
        <p:spPr>
          <a:xfrm>
            <a:off x="4770800" y="4492519"/>
            <a:ext cx="978900" cy="0"/>
          </a:xfrm>
          <a:prstGeom prst="straightConnector1">
            <a:avLst/>
          </a:prstGeom>
          <a:noFill/>
          <a:ln cap="flat" cmpd="sng" w="9525">
            <a:solidFill>
              <a:schemeClr val="dk2"/>
            </a:solidFill>
            <a:prstDash val="solid"/>
            <a:round/>
            <a:headEnd len="med" w="med" type="oval"/>
            <a:tailEnd len="med" w="med" type="oval"/>
          </a:ln>
        </p:spPr>
      </p:cxnSp>
      <p:cxnSp>
        <p:nvCxnSpPr>
          <p:cNvPr id="972" name="Google Shape;972;p84"/>
          <p:cNvCxnSpPr/>
          <p:nvPr/>
        </p:nvCxnSpPr>
        <p:spPr>
          <a:xfrm>
            <a:off x="6572288" y="4492519"/>
            <a:ext cx="978900" cy="0"/>
          </a:xfrm>
          <a:prstGeom prst="straightConnector1">
            <a:avLst/>
          </a:prstGeom>
          <a:noFill/>
          <a:ln cap="flat" cmpd="sng" w="9525">
            <a:solidFill>
              <a:schemeClr val="dk2"/>
            </a:solidFill>
            <a:prstDash val="solid"/>
            <a:round/>
            <a:headEnd len="med" w="med" type="oval"/>
            <a:tailEnd len="med" w="med" type="oval"/>
          </a:ln>
        </p:spPr>
      </p:cxnSp>
      <p:grpSp>
        <p:nvGrpSpPr>
          <p:cNvPr id="973" name="Google Shape;973;p84"/>
          <p:cNvGrpSpPr/>
          <p:nvPr/>
        </p:nvGrpSpPr>
        <p:grpSpPr>
          <a:xfrm>
            <a:off x="277525" y="1570569"/>
            <a:ext cx="8592075" cy="3285900"/>
            <a:chOff x="277525" y="1570569"/>
            <a:chExt cx="8592075" cy="3285900"/>
          </a:xfrm>
        </p:grpSpPr>
        <p:grpSp>
          <p:nvGrpSpPr>
            <p:cNvPr id="974" name="Google Shape;974;p84"/>
            <p:cNvGrpSpPr/>
            <p:nvPr/>
          </p:nvGrpSpPr>
          <p:grpSpPr>
            <a:xfrm>
              <a:off x="288400" y="1570569"/>
              <a:ext cx="8581200" cy="3285900"/>
              <a:chOff x="288400" y="1570569"/>
              <a:chExt cx="8581200" cy="3285900"/>
            </a:xfrm>
          </p:grpSpPr>
          <p:cxnSp>
            <p:nvCxnSpPr>
              <p:cNvPr id="975" name="Google Shape;975;p84"/>
              <p:cNvCxnSpPr/>
              <p:nvPr/>
            </p:nvCxnSpPr>
            <p:spPr>
              <a:xfrm rot="10800000">
                <a:off x="288400" y="2042669"/>
                <a:ext cx="8581200" cy="0"/>
              </a:xfrm>
              <a:prstGeom prst="straightConnector1">
                <a:avLst/>
              </a:prstGeom>
              <a:noFill/>
              <a:ln cap="flat" cmpd="sng" w="9525">
                <a:solidFill>
                  <a:schemeClr val="lt2"/>
                </a:solidFill>
                <a:prstDash val="solid"/>
                <a:round/>
                <a:headEnd len="med" w="med" type="none"/>
                <a:tailEnd len="med" w="med" type="none"/>
              </a:ln>
            </p:spPr>
          </p:cxnSp>
          <p:cxnSp>
            <p:nvCxnSpPr>
              <p:cNvPr id="976" name="Google Shape;976;p84"/>
              <p:cNvCxnSpPr/>
              <p:nvPr/>
            </p:nvCxnSpPr>
            <p:spPr>
              <a:xfrm>
                <a:off x="1659500"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977" name="Google Shape;977;p84"/>
              <p:cNvCxnSpPr/>
              <p:nvPr/>
            </p:nvCxnSpPr>
            <p:spPr>
              <a:xfrm>
                <a:off x="3461000"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978" name="Google Shape;978;p84"/>
              <p:cNvCxnSpPr/>
              <p:nvPr/>
            </p:nvCxnSpPr>
            <p:spPr>
              <a:xfrm>
                <a:off x="5260100"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979" name="Google Shape;979;p84"/>
              <p:cNvCxnSpPr/>
              <p:nvPr/>
            </p:nvCxnSpPr>
            <p:spPr>
              <a:xfrm>
                <a:off x="7059500" y="1570569"/>
                <a:ext cx="0" cy="3285900"/>
              </a:xfrm>
              <a:prstGeom prst="straightConnector1">
                <a:avLst/>
              </a:prstGeom>
              <a:noFill/>
              <a:ln cap="flat" cmpd="sng" w="9525">
                <a:solidFill>
                  <a:schemeClr val="lt2"/>
                </a:solidFill>
                <a:prstDash val="solid"/>
                <a:round/>
                <a:headEnd len="med" w="med" type="none"/>
                <a:tailEnd len="med" w="med" type="none"/>
              </a:ln>
            </p:spPr>
          </p:cxnSp>
          <p:cxnSp>
            <p:nvCxnSpPr>
              <p:cNvPr id="980" name="Google Shape;980;p84"/>
              <p:cNvCxnSpPr/>
              <p:nvPr/>
            </p:nvCxnSpPr>
            <p:spPr>
              <a:xfrm rot="10800000">
                <a:off x="288400" y="2980594"/>
                <a:ext cx="8581200" cy="0"/>
              </a:xfrm>
              <a:prstGeom prst="straightConnector1">
                <a:avLst/>
              </a:prstGeom>
              <a:noFill/>
              <a:ln cap="flat" cmpd="sng" w="9525">
                <a:solidFill>
                  <a:schemeClr val="lt2"/>
                </a:solidFill>
                <a:prstDash val="solid"/>
                <a:round/>
                <a:headEnd len="med" w="med" type="none"/>
                <a:tailEnd len="med" w="med" type="none"/>
              </a:ln>
            </p:spPr>
          </p:cxnSp>
          <p:cxnSp>
            <p:nvCxnSpPr>
              <p:cNvPr id="981" name="Google Shape;981;p84"/>
              <p:cNvCxnSpPr/>
              <p:nvPr/>
            </p:nvCxnSpPr>
            <p:spPr>
              <a:xfrm rot="10800000">
                <a:off x="288400" y="3918544"/>
                <a:ext cx="8581200" cy="0"/>
              </a:xfrm>
              <a:prstGeom prst="straightConnector1">
                <a:avLst/>
              </a:prstGeom>
              <a:noFill/>
              <a:ln cap="flat" cmpd="sng" w="9525">
                <a:solidFill>
                  <a:schemeClr val="lt2"/>
                </a:solidFill>
                <a:prstDash val="solid"/>
                <a:round/>
                <a:headEnd len="med" w="med" type="none"/>
                <a:tailEnd len="med" w="med" type="none"/>
              </a:ln>
            </p:spPr>
          </p:cxnSp>
        </p:grpSp>
        <p:grpSp>
          <p:nvGrpSpPr>
            <p:cNvPr id="982" name="Google Shape;982;p84"/>
            <p:cNvGrpSpPr/>
            <p:nvPr/>
          </p:nvGrpSpPr>
          <p:grpSpPr>
            <a:xfrm>
              <a:off x="277927" y="2042669"/>
              <a:ext cx="8587698" cy="937800"/>
              <a:chOff x="277927" y="2042669"/>
              <a:chExt cx="8587698" cy="937800"/>
            </a:xfrm>
          </p:grpSpPr>
          <p:sp>
            <p:nvSpPr>
              <p:cNvPr id="983" name="Google Shape;983;p84"/>
              <p:cNvSpPr txBox="1"/>
              <p:nvPr/>
            </p:nvSpPr>
            <p:spPr>
              <a:xfrm>
                <a:off x="277927" y="2434619"/>
                <a:ext cx="1378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ACTIONS</a:t>
                </a:r>
                <a:endParaRPr sz="900">
                  <a:solidFill>
                    <a:schemeClr val="dk1"/>
                  </a:solidFill>
                  <a:latin typeface="Arimo"/>
                  <a:ea typeface="Arimo"/>
                  <a:cs typeface="Arimo"/>
                  <a:sym typeface="Arimo"/>
                </a:endParaRPr>
              </a:p>
            </p:txBody>
          </p:sp>
          <p:sp>
            <p:nvSpPr>
              <p:cNvPr id="984" name="Google Shape;984;p84"/>
              <p:cNvSpPr txBox="1"/>
              <p:nvPr/>
            </p:nvSpPr>
            <p:spPr>
              <a:xfrm>
                <a:off x="1656125" y="2042669"/>
                <a:ext cx="1801500" cy="937800"/>
              </a:xfrm>
              <a:prstGeom prst="rect">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How do users become aware of your product? Where do they first encounter it?</a:t>
                </a:r>
                <a:endParaRPr sz="800">
                  <a:solidFill>
                    <a:schemeClr val="dk1"/>
                  </a:solidFill>
                  <a:latin typeface="Arimo"/>
                  <a:ea typeface="Arimo"/>
                  <a:cs typeface="Arimo"/>
                  <a:sym typeface="Arimo"/>
                </a:endParaRPr>
              </a:p>
            </p:txBody>
          </p:sp>
          <p:sp>
            <p:nvSpPr>
              <p:cNvPr id="985" name="Google Shape;985;p84"/>
              <p:cNvSpPr txBox="1"/>
              <p:nvPr/>
            </p:nvSpPr>
            <p:spPr>
              <a:xfrm>
                <a:off x="3461000" y="2042669"/>
                <a:ext cx="1801500" cy="937800"/>
              </a:xfrm>
              <a:prstGeom prst="rect">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Where do users go to find out more about your product and compare it with the competition?</a:t>
                </a:r>
                <a:endParaRPr sz="800">
                  <a:solidFill>
                    <a:schemeClr val="dk1"/>
                  </a:solidFill>
                  <a:latin typeface="Arimo"/>
                  <a:ea typeface="Arimo"/>
                  <a:cs typeface="Arimo"/>
                  <a:sym typeface="Arimo"/>
                </a:endParaRPr>
              </a:p>
            </p:txBody>
          </p:sp>
          <p:sp>
            <p:nvSpPr>
              <p:cNvPr id="986" name="Google Shape;986;p84"/>
              <p:cNvSpPr txBox="1"/>
              <p:nvPr/>
            </p:nvSpPr>
            <p:spPr>
              <a:xfrm>
                <a:off x="5262500" y="2042669"/>
                <a:ext cx="1801500" cy="937800"/>
              </a:xfrm>
              <a:prstGeom prst="rect">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Where do users buy your product? What actions do they take to reach the end of the purchase funnel?</a:t>
                </a:r>
                <a:endParaRPr sz="800">
                  <a:solidFill>
                    <a:schemeClr val="dk1"/>
                  </a:solidFill>
                  <a:latin typeface="Arimo"/>
                  <a:ea typeface="Arimo"/>
                  <a:cs typeface="Arimo"/>
                  <a:sym typeface="Arimo"/>
                </a:endParaRPr>
              </a:p>
            </p:txBody>
          </p:sp>
          <p:sp>
            <p:nvSpPr>
              <p:cNvPr id="987" name="Google Shape;987;p84"/>
              <p:cNvSpPr txBox="1"/>
              <p:nvPr/>
            </p:nvSpPr>
            <p:spPr>
              <a:xfrm>
                <a:off x="7064125" y="2042669"/>
                <a:ext cx="1801500" cy="937800"/>
              </a:xfrm>
              <a:prstGeom prst="rect">
                <a:avLst/>
              </a:prstGeom>
              <a:noFill/>
              <a:ln>
                <a:noFill/>
              </a:ln>
            </p:spPr>
            <p:txBody>
              <a:bodyPr anchorCtr="0" anchor="ctr" bIns="0" lIns="91425" spcFirstLastPara="1" rIns="91425" wrap="square" tIns="0">
                <a:no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How do users continue to engage with your product or brand after their purchase?</a:t>
                </a:r>
                <a:endParaRPr sz="800">
                  <a:solidFill>
                    <a:schemeClr val="dk1"/>
                  </a:solidFill>
                  <a:latin typeface="Arimo"/>
                  <a:ea typeface="Arimo"/>
                  <a:cs typeface="Arimo"/>
                  <a:sym typeface="Arimo"/>
                </a:endParaRPr>
              </a:p>
            </p:txBody>
          </p:sp>
        </p:grpSp>
        <p:grpSp>
          <p:nvGrpSpPr>
            <p:cNvPr id="988" name="Google Shape;988;p84"/>
            <p:cNvGrpSpPr/>
            <p:nvPr/>
          </p:nvGrpSpPr>
          <p:grpSpPr>
            <a:xfrm>
              <a:off x="277525" y="4067269"/>
              <a:ext cx="8583475" cy="543765"/>
              <a:chOff x="277525" y="4067269"/>
              <a:chExt cx="8583475" cy="543765"/>
            </a:xfrm>
          </p:grpSpPr>
          <p:sp>
            <p:nvSpPr>
              <p:cNvPr id="989" name="Google Shape;989;p84"/>
              <p:cNvSpPr txBox="1"/>
              <p:nvPr/>
            </p:nvSpPr>
            <p:spPr>
              <a:xfrm>
                <a:off x="277525" y="4233519"/>
                <a:ext cx="13782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EXPERIENCE/</a:t>
                </a:r>
                <a:endParaRPr sz="900">
                  <a:solidFill>
                    <a:schemeClr val="dk1"/>
                  </a:solidFill>
                  <a:latin typeface="Arimo"/>
                  <a:ea typeface="Arimo"/>
                  <a:cs typeface="Arimo"/>
                  <a:sym typeface="Arimo"/>
                </a:endParaRPr>
              </a:p>
              <a:p>
                <a:pPr indent="0" lvl="0" marL="0" rtl="0" algn="ctr">
                  <a:spcBef>
                    <a:spcPts val="0"/>
                  </a:spcBef>
                  <a:spcAft>
                    <a:spcPts val="0"/>
                  </a:spcAft>
                  <a:buNone/>
                </a:pPr>
                <a:r>
                  <a:rPr lang="en" sz="900">
                    <a:solidFill>
                      <a:schemeClr val="dk1"/>
                    </a:solidFill>
                    <a:latin typeface="Arimo"/>
                    <a:ea typeface="Arimo"/>
                    <a:cs typeface="Arimo"/>
                    <a:sym typeface="Arimo"/>
                  </a:rPr>
                  <a:t>EMOTIONS</a:t>
                </a:r>
                <a:endParaRPr sz="900">
                  <a:solidFill>
                    <a:schemeClr val="dk1"/>
                  </a:solidFill>
                  <a:latin typeface="Arimo"/>
                  <a:ea typeface="Arimo"/>
                  <a:cs typeface="Arimo"/>
                  <a:sym typeface="Arimo"/>
                </a:endParaRPr>
              </a:p>
            </p:txBody>
          </p:sp>
          <p:grpSp>
            <p:nvGrpSpPr>
              <p:cNvPr id="990" name="Google Shape;990;p84"/>
              <p:cNvGrpSpPr/>
              <p:nvPr/>
            </p:nvGrpSpPr>
            <p:grpSpPr>
              <a:xfrm>
                <a:off x="3461000" y="4067269"/>
                <a:ext cx="1801500" cy="543734"/>
                <a:chOff x="3461000" y="4067269"/>
                <a:chExt cx="1801500" cy="543734"/>
              </a:xfrm>
            </p:grpSpPr>
            <p:grpSp>
              <p:nvGrpSpPr>
                <p:cNvPr id="991" name="Google Shape;991;p84"/>
                <p:cNvGrpSpPr/>
                <p:nvPr/>
              </p:nvGrpSpPr>
              <p:grpSpPr>
                <a:xfrm>
                  <a:off x="4225605" y="4338988"/>
                  <a:ext cx="272014" cy="272014"/>
                  <a:chOff x="4200375" y="4333225"/>
                  <a:chExt cx="310200" cy="310200"/>
                </a:xfrm>
              </p:grpSpPr>
              <p:sp>
                <p:nvSpPr>
                  <p:cNvPr descr="A frustrated emoji " id="992" name="Google Shape;992;p84"/>
                  <p:cNvSpPr/>
                  <p:nvPr/>
                </p:nvSpPr>
                <p:spPr>
                  <a:xfrm>
                    <a:off x="4200375" y="4333225"/>
                    <a:ext cx="310200" cy="310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993" name="Google Shape;993;p84"/>
                  <p:cNvSpPr/>
                  <p:nvPr/>
                </p:nvSpPr>
                <p:spPr>
                  <a:xfrm>
                    <a:off x="4280351" y="4415150"/>
                    <a:ext cx="52405" cy="73196"/>
                  </a:xfrm>
                  <a:custGeom>
                    <a:rect b="b" l="l" r="r" t="t"/>
                    <a:pathLst>
                      <a:path extrusionOk="0" h="4453" w="4239">
                        <a:moveTo>
                          <a:pt x="0" y="0"/>
                        </a:moveTo>
                        <a:lnTo>
                          <a:pt x="4239" y="1953"/>
                        </a:lnTo>
                        <a:lnTo>
                          <a:pt x="24" y="4453"/>
                        </a:lnTo>
                      </a:path>
                    </a:pathLst>
                  </a:custGeom>
                  <a:noFill/>
                  <a:ln cap="flat" cmpd="sng" w="9525">
                    <a:solidFill>
                      <a:schemeClr val="dk1"/>
                    </a:solidFill>
                    <a:prstDash val="solid"/>
                    <a:round/>
                    <a:headEnd len="med" w="med" type="none"/>
                    <a:tailEnd len="med" w="med" type="none"/>
                  </a:ln>
                </p:spPr>
              </p:sp>
              <p:sp>
                <p:nvSpPr>
                  <p:cNvPr id="994" name="Google Shape;994;p84"/>
                  <p:cNvSpPr/>
                  <p:nvPr/>
                </p:nvSpPr>
                <p:spPr>
                  <a:xfrm flipH="1">
                    <a:off x="4385731" y="4421700"/>
                    <a:ext cx="52405" cy="73196"/>
                  </a:xfrm>
                  <a:custGeom>
                    <a:rect b="b" l="l" r="r" t="t"/>
                    <a:pathLst>
                      <a:path extrusionOk="0" h="4453" w="4239">
                        <a:moveTo>
                          <a:pt x="0" y="0"/>
                        </a:moveTo>
                        <a:lnTo>
                          <a:pt x="4239" y="1953"/>
                        </a:lnTo>
                        <a:lnTo>
                          <a:pt x="24" y="4453"/>
                        </a:lnTo>
                      </a:path>
                    </a:pathLst>
                  </a:custGeom>
                  <a:noFill/>
                  <a:ln cap="flat" cmpd="sng" w="9525">
                    <a:solidFill>
                      <a:schemeClr val="dk1"/>
                    </a:solidFill>
                    <a:prstDash val="solid"/>
                    <a:round/>
                    <a:headEnd len="med" w="med" type="none"/>
                    <a:tailEnd len="med" w="med" type="none"/>
                  </a:ln>
                </p:spPr>
              </p:sp>
              <p:sp>
                <p:nvSpPr>
                  <p:cNvPr id="995" name="Google Shape;995;p84"/>
                  <p:cNvSpPr/>
                  <p:nvPr/>
                </p:nvSpPr>
                <p:spPr>
                  <a:xfrm>
                    <a:off x="4283925" y="4528575"/>
                    <a:ext cx="151825" cy="34525"/>
                  </a:xfrm>
                  <a:custGeom>
                    <a:rect b="b" l="l" r="r" t="t"/>
                    <a:pathLst>
                      <a:path extrusionOk="0" h="1381" w="6073">
                        <a:moveTo>
                          <a:pt x="0" y="1071"/>
                        </a:moveTo>
                        <a:lnTo>
                          <a:pt x="905" y="0"/>
                        </a:lnTo>
                        <a:lnTo>
                          <a:pt x="1929" y="1214"/>
                        </a:lnTo>
                        <a:lnTo>
                          <a:pt x="2906" y="95"/>
                        </a:lnTo>
                        <a:lnTo>
                          <a:pt x="3953" y="1167"/>
                        </a:lnTo>
                        <a:lnTo>
                          <a:pt x="5025" y="47"/>
                        </a:lnTo>
                        <a:lnTo>
                          <a:pt x="6073" y="1381"/>
                        </a:lnTo>
                      </a:path>
                    </a:pathLst>
                  </a:custGeom>
                  <a:noFill/>
                  <a:ln cap="flat" cmpd="sng" w="9525">
                    <a:solidFill>
                      <a:schemeClr val="dk1"/>
                    </a:solidFill>
                    <a:prstDash val="solid"/>
                    <a:round/>
                    <a:headEnd len="med" w="med" type="none"/>
                    <a:tailEnd len="med" w="med" type="none"/>
                  </a:ln>
                </p:spPr>
              </p:sp>
            </p:grpSp>
            <p:sp>
              <p:nvSpPr>
                <p:cNvPr id="996" name="Google Shape;996;p84"/>
                <p:cNvSpPr txBox="1"/>
                <p:nvPr/>
              </p:nvSpPr>
              <p:spPr>
                <a:xfrm>
                  <a:off x="3461000" y="406726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Frustrated</a:t>
                  </a:r>
                  <a:endParaRPr sz="800">
                    <a:solidFill>
                      <a:schemeClr val="dk1"/>
                    </a:solidFill>
                    <a:latin typeface="Arimo"/>
                    <a:ea typeface="Arimo"/>
                    <a:cs typeface="Arimo"/>
                    <a:sym typeface="Arimo"/>
                  </a:endParaRPr>
                </a:p>
              </p:txBody>
            </p:sp>
          </p:grpSp>
          <p:grpSp>
            <p:nvGrpSpPr>
              <p:cNvPr id="997" name="Google Shape;997;p84"/>
              <p:cNvGrpSpPr/>
              <p:nvPr/>
            </p:nvGrpSpPr>
            <p:grpSpPr>
              <a:xfrm>
                <a:off x="1659500" y="4067269"/>
                <a:ext cx="1801500" cy="543765"/>
                <a:chOff x="1659500" y="4067269"/>
                <a:chExt cx="1801500" cy="543765"/>
              </a:xfrm>
            </p:grpSpPr>
            <p:sp>
              <p:nvSpPr>
                <p:cNvPr id="998" name="Google Shape;998;p84"/>
                <p:cNvSpPr txBox="1"/>
                <p:nvPr/>
              </p:nvSpPr>
              <p:spPr>
                <a:xfrm>
                  <a:off x="1659500" y="406726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Uninterested</a:t>
                  </a:r>
                  <a:endParaRPr sz="800">
                    <a:solidFill>
                      <a:schemeClr val="dk1"/>
                    </a:solidFill>
                    <a:latin typeface="Arimo"/>
                    <a:ea typeface="Arimo"/>
                    <a:cs typeface="Arimo"/>
                    <a:sym typeface="Arimo"/>
                  </a:endParaRPr>
                </a:p>
              </p:txBody>
            </p:sp>
            <p:grpSp>
              <p:nvGrpSpPr>
                <p:cNvPr id="999" name="Google Shape;999;p84"/>
                <p:cNvGrpSpPr/>
                <p:nvPr/>
              </p:nvGrpSpPr>
              <p:grpSpPr>
                <a:xfrm>
                  <a:off x="2418238" y="4338988"/>
                  <a:ext cx="272014" cy="272045"/>
                  <a:chOff x="2405138" y="4286338"/>
                  <a:chExt cx="310200" cy="310200"/>
                </a:xfrm>
              </p:grpSpPr>
              <p:sp>
                <p:nvSpPr>
                  <p:cNvPr descr="An uninterested emoji" id="1000" name="Google Shape;1000;p84"/>
                  <p:cNvSpPr/>
                  <p:nvPr/>
                </p:nvSpPr>
                <p:spPr>
                  <a:xfrm>
                    <a:off x="2405138" y="4286338"/>
                    <a:ext cx="310200" cy="310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1001" name="Google Shape;1001;p84"/>
                  <p:cNvSpPr/>
                  <p:nvPr/>
                </p:nvSpPr>
                <p:spPr>
                  <a:xfrm>
                    <a:off x="2486550" y="4379500"/>
                    <a:ext cx="32700" cy="32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1002" name="Google Shape;1002;p84"/>
                  <p:cNvSpPr/>
                  <p:nvPr/>
                </p:nvSpPr>
                <p:spPr>
                  <a:xfrm>
                    <a:off x="2601425" y="4379500"/>
                    <a:ext cx="32700" cy="32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cxnSp>
                <p:nvCxnSpPr>
                  <p:cNvPr id="1003" name="Google Shape;1003;p84"/>
                  <p:cNvCxnSpPr/>
                  <p:nvPr/>
                </p:nvCxnSpPr>
                <p:spPr>
                  <a:xfrm>
                    <a:off x="2511575" y="4488425"/>
                    <a:ext cx="975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04" name="Google Shape;1004;p84"/>
              <p:cNvGrpSpPr/>
              <p:nvPr/>
            </p:nvGrpSpPr>
            <p:grpSpPr>
              <a:xfrm>
                <a:off x="5262500" y="4067269"/>
                <a:ext cx="1801500" cy="543734"/>
                <a:chOff x="5262500" y="4067269"/>
                <a:chExt cx="1801500" cy="543734"/>
              </a:xfrm>
            </p:grpSpPr>
            <p:sp>
              <p:nvSpPr>
                <p:cNvPr id="1005" name="Google Shape;1005;p84"/>
                <p:cNvSpPr txBox="1"/>
                <p:nvPr/>
              </p:nvSpPr>
              <p:spPr>
                <a:xfrm>
                  <a:off x="5262500" y="406726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Optimistic</a:t>
                  </a:r>
                  <a:endParaRPr sz="800">
                    <a:solidFill>
                      <a:schemeClr val="dk1"/>
                    </a:solidFill>
                    <a:latin typeface="Arimo"/>
                    <a:ea typeface="Arimo"/>
                    <a:cs typeface="Arimo"/>
                    <a:sym typeface="Arimo"/>
                  </a:endParaRPr>
                </a:p>
              </p:txBody>
            </p:sp>
            <p:grpSp>
              <p:nvGrpSpPr>
                <p:cNvPr id="1006" name="Google Shape;1006;p84"/>
                <p:cNvGrpSpPr/>
                <p:nvPr/>
              </p:nvGrpSpPr>
              <p:grpSpPr>
                <a:xfrm>
                  <a:off x="6024868" y="4338988"/>
                  <a:ext cx="272014" cy="272014"/>
                  <a:chOff x="6004700" y="4286338"/>
                  <a:chExt cx="310200" cy="310200"/>
                </a:xfrm>
              </p:grpSpPr>
              <p:sp>
                <p:nvSpPr>
                  <p:cNvPr descr="An optimistic emoji" id="1007" name="Google Shape;1007;p84"/>
                  <p:cNvSpPr/>
                  <p:nvPr/>
                </p:nvSpPr>
                <p:spPr>
                  <a:xfrm>
                    <a:off x="6004700" y="4286338"/>
                    <a:ext cx="310200" cy="310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1008" name="Google Shape;1008;p84"/>
                  <p:cNvSpPr/>
                  <p:nvPr/>
                </p:nvSpPr>
                <p:spPr>
                  <a:xfrm>
                    <a:off x="6086113" y="4379500"/>
                    <a:ext cx="32700" cy="32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1009" name="Google Shape;1009;p84"/>
                  <p:cNvSpPr/>
                  <p:nvPr/>
                </p:nvSpPr>
                <p:spPr>
                  <a:xfrm>
                    <a:off x="6200988" y="4379500"/>
                    <a:ext cx="32700" cy="32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1010" name="Google Shape;1010;p84"/>
                  <p:cNvSpPr/>
                  <p:nvPr/>
                </p:nvSpPr>
                <p:spPr>
                  <a:xfrm>
                    <a:off x="6094313" y="4471775"/>
                    <a:ext cx="130975" cy="27800"/>
                  </a:xfrm>
                  <a:custGeom>
                    <a:rect b="b" l="l" r="r" t="t"/>
                    <a:pathLst>
                      <a:path extrusionOk="0" h="1112" w="5239">
                        <a:moveTo>
                          <a:pt x="0" y="0"/>
                        </a:moveTo>
                        <a:cubicBezTo>
                          <a:pt x="1066" y="1386"/>
                          <a:pt x="4003" y="1474"/>
                          <a:pt x="5239" y="238"/>
                        </a:cubicBezTo>
                      </a:path>
                    </a:pathLst>
                  </a:custGeom>
                  <a:noFill/>
                  <a:ln cap="flat" cmpd="sng" w="9525">
                    <a:solidFill>
                      <a:schemeClr val="dk1"/>
                    </a:solidFill>
                    <a:prstDash val="solid"/>
                    <a:round/>
                    <a:headEnd len="med" w="med" type="none"/>
                    <a:tailEnd len="med" w="med" type="none"/>
                  </a:ln>
                </p:spPr>
              </p:sp>
            </p:grpSp>
          </p:grpSp>
          <p:grpSp>
            <p:nvGrpSpPr>
              <p:cNvPr id="1011" name="Google Shape;1011;p84"/>
              <p:cNvGrpSpPr/>
              <p:nvPr/>
            </p:nvGrpSpPr>
            <p:grpSpPr>
              <a:xfrm>
                <a:off x="7059500" y="4067269"/>
                <a:ext cx="1801500" cy="543734"/>
                <a:chOff x="7059500" y="4067269"/>
                <a:chExt cx="1801500" cy="543734"/>
              </a:xfrm>
            </p:grpSpPr>
            <p:sp>
              <p:nvSpPr>
                <p:cNvPr id="1012" name="Google Shape;1012;p84"/>
                <p:cNvSpPr txBox="1"/>
                <p:nvPr/>
              </p:nvSpPr>
              <p:spPr>
                <a:xfrm>
                  <a:off x="7059500" y="406726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Satisfied</a:t>
                  </a:r>
                  <a:endParaRPr sz="800">
                    <a:solidFill>
                      <a:schemeClr val="dk1"/>
                    </a:solidFill>
                    <a:latin typeface="Arimo"/>
                    <a:ea typeface="Arimo"/>
                    <a:cs typeface="Arimo"/>
                    <a:sym typeface="Arimo"/>
                  </a:endParaRPr>
                </a:p>
              </p:txBody>
            </p:sp>
            <p:grpSp>
              <p:nvGrpSpPr>
                <p:cNvPr id="1013" name="Google Shape;1013;p84"/>
                <p:cNvGrpSpPr/>
                <p:nvPr/>
              </p:nvGrpSpPr>
              <p:grpSpPr>
                <a:xfrm>
                  <a:off x="7828867" y="4338988"/>
                  <a:ext cx="272014" cy="272014"/>
                  <a:chOff x="7478963" y="4510713"/>
                  <a:chExt cx="310200" cy="310200"/>
                </a:xfrm>
              </p:grpSpPr>
              <p:sp>
                <p:nvSpPr>
                  <p:cNvPr descr="A satisfied emoji" id="1014" name="Google Shape;1014;p84"/>
                  <p:cNvSpPr/>
                  <p:nvPr/>
                </p:nvSpPr>
                <p:spPr>
                  <a:xfrm>
                    <a:off x="7478963" y="4510713"/>
                    <a:ext cx="310200" cy="310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Arimo"/>
                      <a:ea typeface="Arimo"/>
                      <a:cs typeface="Arimo"/>
                      <a:sym typeface="Arimo"/>
                    </a:endParaRPr>
                  </a:p>
                </p:txBody>
              </p:sp>
              <p:sp>
                <p:nvSpPr>
                  <p:cNvPr id="1015" name="Google Shape;1015;p84"/>
                  <p:cNvSpPr/>
                  <p:nvPr/>
                </p:nvSpPr>
                <p:spPr>
                  <a:xfrm>
                    <a:off x="7568575" y="4696150"/>
                    <a:ext cx="130975" cy="27800"/>
                  </a:xfrm>
                  <a:custGeom>
                    <a:rect b="b" l="l" r="r" t="t"/>
                    <a:pathLst>
                      <a:path extrusionOk="0" h="1112" w="5239">
                        <a:moveTo>
                          <a:pt x="0" y="0"/>
                        </a:moveTo>
                        <a:cubicBezTo>
                          <a:pt x="1066" y="1386"/>
                          <a:pt x="4003" y="1474"/>
                          <a:pt x="5239" y="238"/>
                        </a:cubicBezTo>
                      </a:path>
                    </a:pathLst>
                  </a:custGeom>
                  <a:noFill/>
                  <a:ln cap="flat" cmpd="sng" w="9525">
                    <a:solidFill>
                      <a:schemeClr val="dk1"/>
                    </a:solidFill>
                    <a:prstDash val="solid"/>
                    <a:round/>
                    <a:headEnd len="med" w="med" type="none"/>
                    <a:tailEnd len="med" w="med" type="none"/>
                  </a:ln>
                </p:spPr>
              </p:sp>
              <p:sp>
                <p:nvSpPr>
                  <p:cNvPr id="1016" name="Google Shape;1016;p84"/>
                  <p:cNvSpPr/>
                  <p:nvPr/>
                </p:nvSpPr>
                <p:spPr>
                  <a:xfrm rot="-514158">
                    <a:off x="7559700" y="4606901"/>
                    <a:ext cx="57148" cy="29125"/>
                  </a:xfrm>
                  <a:custGeom>
                    <a:rect b="b" l="l" r="r" t="t"/>
                    <a:pathLst>
                      <a:path extrusionOk="0" h="522" w="2286">
                        <a:moveTo>
                          <a:pt x="0" y="0"/>
                        </a:moveTo>
                        <a:cubicBezTo>
                          <a:pt x="450" y="615"/>
                          <a:pt x="1863" y="730"/>
                          <a:pt x="2286" y="95"/>
                        </a:cubicBezTo>
                      </a:path>
                    </a:pathLst>
                  </a:custGeom>
                  <a:noFill/>
                  <a:ln cap="flat" cmpd="sng" w="9525">
                    <a:solidFill>
                      <a:schemeClr val="dk1"/>
                    </a:solidFill>
                    <a:prstDash val="solid"/>
                    <a:round/>
                    <a:headEnd len="med" w="med" type="none"/>
                    <a:tailEnd len="med" w="med" type="none"/>
                  </a:ln>
                </p:spPr>
              </p:sp>
              <p:sp>
                <p:nvSpPr>
                  <p:cNvPr id="1017" name="Google Shape;1017;p84"/>
                  <p:cNvSpPr/>
                  <p:nvPr/>
                </p:nvSpPr>
                <p:spPr>
                  <a:xfrm flipH="1" rot="743189">
                    <a:off x="7649002" y="4606900"/>
                    <a:ext cx="57149" cy="29124"/>
                  </a:xfrm>
                  <a:custGeom>
                    <a:rect b="b" l="l" r="r" t="t"/>
                    <a:pathLst>
                      <a:path extrusionOk="0" h="522" w="2286">
                        <a:moveTo>
                          <a:pt x="0" y="0"/>
                        </a:moveTo>
                        <a:cubicBezTo>
                          <a:pt x="450" y="615"/>
                          <a:pt x="1863" y="730"/>
                          <a:pt x="2286" y="95"/>
                        </a:cubicBezTo>
                      </a:path>
                    </a:pathLst>
                  </a:custGeom>
                  <a:noFill/>
                  <a:ln cap="flat" cmpd="sng" w="9525">
                    <a:solidFill>
                      <a:schemeClr val="dk1"/>
                    </a:solidFill>
                    <a:prstDash val="solid"/>
                    <a:round/>
                    <a:headEnd len="med" w="med" type="none"/>
                    <a:tailEnd len="med" w="med" type="none"/>
                  </a:ln>
                </p:spPr>
              </p:sp>
            </p:grpSp>
          </p:grpSp>
        </p:grpSp>
        <p:grpSp>
          <p:nvGrpSpPr>
            <p:cNvPr id="1018" name="Google Shape;1018;p84"/>
            <p:cNvGrpSpPr/>
            <p:nvPr/>
          </p:nvGrpSpPr>
          <p:grpSpPr>
            <a:xfrm>
              <a:off x="277525" y="3125219"/>
              <a:ext cx="8583475" cy="672854"/>
              <a:chOff x="277525" y="3125219"/>
              <a:chExt cx="8583475" cy="672854"/>
            </a:xfrm>
          </p:grpSpPr>
          <p:sp>
            <p:nvSpPr>
              <p:cNvPr id="1019" name="Google Shape;1019;p84"/>
              <p:cNvSpPr txBox="1"/>
              <p:nvPr/>
            </p:nvSpPr>
            <p:spPr>
              <a:xfrm>
                <a:off x="277525" y="3377669"/>
                <a:ext cx="1378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900">
                    <a:solidFill>
                      <a:schemeClr val="dk1"/>
                    </a:solidFill>
                    <a:latin typeface="Arimo"/>
                    <a:ea typeface="Arimo"/>
                    <a:cs typeface="Arimo"/>
                    <a:sym typeface="Arimo"/>
                  </a:rPr>
                  <a:t>TOUCHPOINTS</a:t>
                </a:r>
                <a:endParaRPr sz="900">
                  <a:solidFill>
                    <a:schemeClr val="dk1"/>
                  </a:solidFill>
                  <a:latin typeface="Arimo"/>
                  <a:ea typeface="Arimo"/>
                  <a:cs typeface="Arimo"/>
                  <a:sym typeface="Arimo"/>
                </a:endParaRPr>
              </a:p>
            </p:txBody>
          </p:sp>
          <p:grpSp>
            <p:nvGrpSpPr>
              <p:cNvPr id="1020" name="Google Shape;1020;p84"/>
              <p:cNvGrpSpPr/>
              <p:nvPr/>
            </p:nvGrpSpPr>
            <p:grpSpPr>
              <a:xfrm>
                <a:off x="3461000" y="3125219"/>
                <a:ext cx="1801500" cy="633217"/>
                <a:chOff x="3461000" y="3125219"/>
                <a:chExt cx="1801500" cy="633217"/>
              </a:xfrm>
            </p:grpSpPr>
            <p:sp>
              <p:nvSpPr>
                <p:cNvPr id="1021" name="Google Shape;1021;p84"/>
                <p:cNvSpPr txBox="1"/>
                <p:nvPr/>
              </p:nvSpPr>
              <p:spPr>
                <a:xfrm>
                  <a:off x="3461000" y="312521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App page</a:t>
                  </a:r>
                  <a:endParaRPr sz="800">
                    <a:solidFill>
                      <a:schemeClr val="dk1"/>
                    </a:solidFill>
                    <a:latin typeface="Arimo"/>
                    <a:ea typeface="Arimo"/>
                    <a:cs typeface="Arimo"/>
                    <a:sym typeface="Arimo"/>
                  </a:endParaRPr>
                </a:p>
              </p:txBody>
            </p:sp>
            <p:pic>
              <p:nvPicPr>
                <p:cNvPr descr="Speech bubble icon" id="1022" name="Google Shape;1022;p84"/>
                <p:cNvPicPr preferRelativeResize="0"/>
                <p:nvPr/>
              </p:nvPicPr>
              <p:blipFill>
                <a:blip r:embed="rId4">
                  <a:alphaModFix/>
                </a:blip>
                <a:stretch>
                  <a:fillRect/>
                </a:stretch>
              </p:blipFill>
              <p:spPr>
                <a:xfrm>
                  <a:off x="4125975" y="3289311"/>
                  <a:ext cx="469125" cy="469125"/>
                </a:xfrm>
                <a:prstGeom prst="rect">
                  <a:avLst/>
                </a:prstGeom>
                <a:noFill/>
                <a:ln>
                  <a:noFill/>
                </a:ln>
              </p:spPr>
            </p:pic>
          </p:grpSp>
          <p:grpSp>
            <p:nvGrpSpPr>
              <p:cNvPr id="1023" name="Google Shape;1023;p84"/>
              <p:cNvGrpSpPr/>
              <p:nvPr/>
            </p:nvGrpSpPr>
            <p:grpSpPr>
              <a:xfrm>
                <a:off x="5262500" y="3125219"/>
                <a:ext cx="1801500" cy="520105"/>
                <a:chOff x="5262500" y="3125219"/>
                <a:chExt cx="1801500" cy="520105"/>
              </a:xfrm>
            </p:grpSpPr>
            <p:sp>
              <p:nvSpPr>
                <p:cNvPr id="1024" name="Google Shape;1024;p84"/>
                <p:cNvSpPr txBox="1"/>
                <p:nvPr/>
              </p:nvSpPr>
              <p:spPr>
                <a:xfrm>
                  <a:off x="5262500" y="312521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Review websites</a:t>
                  </a:r>
                  <a:endParaRPr sz="800">
                    <a:solidFill>
                      <a:schemeClr val="dk1"/>
                    </a:solidFill>
                    <a:latin typeface="Arimo"/>
                    <a:ea typeface="Arimo"/>
                    <a:cs typeface="Arimo"/>
                    <a:sym typeface="Arimo"/>
                  </a:endParaRPr>
                </a:p>
              </p:txBody>
            </p:sp>
            <p:grpSp>
              <p:nvGrpSpPr>
                <p:cNvPr id="1025" name="Google Shape;1025;p84"/>
                <p:cNvGrpSpPr/>
                <p:nvPr/>
              </p:nvGrpSpPr>
              <p:grpSpPr>
                <a:xfrm>
                  <a:off x="5977400" y="3402424"/>
                  <a:ext cx="364800" cy="242900"/>
                  <a:chOff x="6444775" y="3453875"/>
                  <a:chExt cx="364800" cy="242900"/>
                </a:xfrm>
              </p:grpSpPr>
              <p:sp>
                <p:nvSpPr>
                  <p:cNvPr descr="Laptop icon. " id="1026" name="Google Shape;1026;p84"/>
                  <p:cNvSpPr/>
                  <p:nvPr/>
                </p:nvSpPr>
                <p:spPr>
                  <a:xfrm>
                    <a:off x="6481525" y="3453875"/>
                    <a:ext cx="291300" cy="208200"/>
                  </a:xfrm>
                  <a:prstGeom prst="roundRect">
                    <a:avLst>
                      <a:gd fmla="val 5896"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imo"/>
                      <a:ea typeface="Arimo"/>
                      <a:cs typeface="Arimo"/>
                      <a:sym typeface="Arimo"/>
                    </a:endParaRPr>
                  </a:p>
                </p:txBody>
              </p:sp>
              <p:cxnSp>
                <p:nvCxnSpPr>
                  <p:cNvPr id="1027" name="Google Shape;1027;p84"/>
                  <p:cNvCxnSpPr/>
                  <p:nvPr/>
                </p:nvCxnSpPr>
                <p:spPr>
                  <a:xfrm>
                    <a:off x="6444775" y="3696775"/>
                    <a:ext cx="3648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28" name="Google Shape;1028;p84"/>
              <p:cNvGrpSpPr/>
              <p:nvPr/>
            </p:nvGrpSpPr>
            <p:grpSpPr>
              <a:xfrm>
                <a:off x="1659500" y="3125219"/>
                <a:ext cx="1801500" cy="543303"/>
                <a:chOff x="1659500" y="3125219"/>
                <a:chExt cx="1801500" cy="543303"/>
              </a:xfrm>
            </p:grpSpPr>
            <p:sp>
              <p:nvSpPr>
                <p:cNvPr id="1029" name="Google Shape;1029;p84"/>
                <p:cNvSpPr txBox="1"/>
                <p:nvPr/>
              </p:nvSpPr>
              <p:spPr>
                <a:xfrm>
                  <a:off x="1659500" y="312521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Social media</a:t>
                  </a:r>
                  <a:endParaRPr sz="800">
                    <a:solidFill>
                      <a:schemeClr val="dk1"/>
                    </a:solidFill>
                    <a:latin typeface="Arimo"/>
                    <a:ea typeface="Arimo"/>
                    <a:cs typeface="Arimo"/>
                    <a:sym typeface="Arimo"/>
                  </a:endParaRPr>
                </a:p>
              </p:txBody>
            </p:sp>
            <p:grpSp>
              <p:nvGrpSpPr>
                <p:cNvPr id="1030" name="Google Shape;1030;p84"/>
                <p:cNvGrpSpPr/>
                <p:nvPr/>
              </p:nvGrpSpPr>
              <p:grpSpPr>
                <a:xfrm>
                  <a:off x="2405108" y="3379225"/>
                  <a:ext cx="296125" cy="289297"/>
                  <a:chOff x="2758925" y="3424900"/>
                  <a:chExt cx="296125" cy="289297"/>
                </a:xfrm>
              </p:grpSpPr>
              <p:sp>
                <p:nvSpPr>
                  <p:cNvPr descr="Speech bubble icon" id="1031" name="Google Shape;1031;p84"/>
                  <p:cNvSpPr/>
                  <p:nvPr/>
                </p:nvSpPr>
                <p:spPr>
                  <a:xfrm>
                    <a:off x="2758925" y="3424900"/>
                    <a:ext cx="296125" cy="289297"/>
                  </a:xfrm>
                  <a:custGeom>
                    <a:rect b="b" l="l" r="r" t="t"/>
                    <a:pathLst>
                      <a:path extrusionOk="0" h="11081" w="11845">
                        <a:moveTo>
                          <a:pt x="0" y="11081"/>
                        </a:moveTo>
                        <a:lnTo>
                          <a:pt x="0" y="0"/>
                        </a:lnTo>
                        <a:lnTo>
                          <a:pt x="11845" y="0"/>
                        </a:lnTo>
                        <a:lnTo>
                          <a:pt x="11845" y="9280"/>
                        </a:lnTo>
                        <a:lnTo>
                          <a:pt x="1747" y="9280"/>
                        </a:lnTo>
                        <a:close/>
                      </a:path>
                    </a:pathLst>
                  </a:custGeom>
                  <a:noFill/>
                  <a:ln cap="flat" cmpd="sng" w="19050">
                    <a:solidFill>
                      <a:schemeClr val="dk1"/>
                    </a:solidFill>
                    <a:prstDash val="solid"/>
                    <a:round/>
                    <a:headEnd len="med" w="med" type="none"/>
                    <a:tailEnd len="med" w="med" type="none"/>
                  </a:ln>
                </p:spPr>
              </p:sp>
              <p:cxnSp>
                <p:nvCxnSpPr>
                  <p:cNvPr id="1032" name="Google Shape;1032;p84"/>
                  <p:cNvCxnSpPr/>
                  <p:nvPr/>
                </p:nvCxnSpPr>
                <p:spPr>
                  <a:xfrm>
                    <a:off x="2801225" y="3482225"/>
                    <a:ext cx="204600" cy="0"/>
                  </a:xfrm>
                  <a:prstGeom prst="straightConnector1">
                    <a:avLst/>
                  </a:prstGeom>
                  <a:noFill/>
                  <a:ln cap="flat" cmpd="sng" w="9525">
                    <a:solidFill>
                      <a:schemeClr val="dk1"/>
                    </a:solidFill>
                    <a:prstDash val="solid"/>
                    <a:round/>
                    <a:headEnd len="med" w="med" type="none"/>
                    <a:tailEnd len="med" w="med" type="none"/>
                  </a:ln>
                </p:spPr>
              </p:cxnSp>
              <p:cxnSp>
                <p:nvCxnSpPr>
                  <p:cNvPr id="1033" name="Google Shape;1033;p84"/>
                  <p:cNvCxnSpPr/>
                  <p:nvPr/>
                </p:nvCxnSpPr>
                <p:spPr>
                  <a:xfrm>
                    <a:off x="2801225" y="3543200"/>
                    <a:ext cx="204600" cy="0"/>
                  </a:xfrm>
                  <a:prstGeom prst="straightConnector1">
                    <a:avLst/>
                  </a:prstGeom>
                  <a:noFill/>
                  <a:ln cap="flat" cmpd="sng" w="9525">
                    <a:solidFill>
                      <a:schemeClr val="dk1"/>
                    </a:solidFill>
                    <a:prstDash val="solid"/>
                    <a:round/>
                    <a:headEnd len="med" w="med" type="none"/>
                    <a:tailEnd len="med" w="med" type="none"/>
                  </a:ln>
                </p:spPr>
              </p:cxnSp>
              <p:cxnSp>
                <p:nvCxnSpPr>
                  <p:cNvPr id="1034" name="Google Shape;1034;p84"/>
                  <p:cNvCxnSpPr/>
                  <p:nvPr/>
                </p:nvCxnSpPr>
                <p:spPr>
                  <a:xfrm>
                    <a:off x="2801213" y="3597350"/>
                    <a:ext cx="102900" cy="0"/>
                  </a:xfrm>
                  <a:prstGeom prst="straightConnector1">
                    <a:avLst/>
                  </a:prstGeom>
                  <a:noFill/>
                  <a:ln cap="flat" cmpd="sng" w="9525">
                    <a:solidFill>
                      <a:schemeClr val="dk1"/>
                    </a:solidFill>
                    <a:prstDash val="solid"/>
                    <a:round/>
                    <a:headEnd len="med" w="med" type="none"/>
                    <a:tailEnd len="med" w="med" type="none"/>
                  </a:ln>
                </p:spPr>
              </p:cxnSp>
            </p:grpSp>
          </p:grpSp>
          <p:grpSp>
            <p:nvGrpSpPr>
              <p:cNvPr id="1035" name="Google Shape;1035;p84"/>
              <p:cNvGrpSpPr/>
              <p:nvPr/>
            </p:nvGrpSpPr>
            <p:grpSpPr>
              <a:xfrm>
                <a:off x="7059500" y="3125219"/>
                <a:ext cx="1801500" cy="672854"/>
                <a:chOff x="7059500" y="3125219"/>
                <a:chExt cx="1801500" cy="672854"/>
              </a:xfrm>
            </p:grpSpPr>
            <p:sp>
              <p:nvSpPr>
                <p:cNvPr id="1036" name="Google Shape;1036;p84"/>
                <p:cNvSpPr txBox="1"/>
                <p:nvPr/>
              </p:nvSpPr>
              <p:spPr>
                <a:xfrm>
                  <a:off x="7059500" y="3125219"/>
                  <a:ext cx="1801500" cy="123000"/>
                </a:xfrm>
                <a:prstGeom prst="rect">
                  <a:avLst/>
                </a:prstGeom>
                <a:noFill/>
                <a:ln>
                  <a:noFill/>
                </a:ln>
              </p:spPr>
              <p:txBody>
                <a:bodyPr anchorCtr="0" anchor="ctr" bIns="0" lIns="0" spcFirstLastPara="1" rIns="0" wrap="square" tIns="0">
                  <a:spAutoFit/>
                </a:bodyPr>
                <a:lstStyle/>
                <a:p>
                  <a:pPr indent="0" lvl="0" marL="0" rtl="0" algn="ctr">
                    <a:lnSpc>
                      <a:spcPct val="115000"/>
                    </a:lnSpc>
                    <a:spcBef>
                      <a:spcPts val="0"/>
                    </a:spcBef>
                    <a:spcAft>
                      <a:spcPts val="0"/>
                    </a:spcAft>
                    <a:buNone/>
                  </a:pPr>
                  <a:r>
                    <a:rPr lang="en" sz="800">
                      <a:solidFill>
                        <a:schemeClr val="dk1"/>
                      </a:solidFill>
                      <a:latin typeface="Arimo"/>
                      <a:ea typeface="Arimo"/>
                      <a:cs typeface="Arimo"/>
                      <a:sym typeface="Arimo"/>
                    </a:rPr>
                    <a:t>Word of mouth</a:t>
                  </a:r>
                  <a:endParaRPr sz="800">
                    <a:solidFill>
                      <a:schemeClr val="dk1"/>
                    </a:solidFill>
                    <a:latin typeface="Arimo"/>
                    <a:ea typeface="Arimo"/>
                    <a:cs typeface="Arimo"/>
                    <a:sym typeface="Arimo"/>
                  </a:endParaRPr>
                </a:p>
              </p:txBody>
            </p:sp>
            <p:pic>
              <p:nvPicPr>
                <p:cNvPr descr="Person speaking icon. " id="1037" name="Google Shape;1037;p84"/>
                <p:cNvPicPr preferRelativeResize="0"/>
                <p:nvPr/>
              </p:nvPicPr>
              <p:blipFill>
                <a:blip r:embed="rId5">
                  <a:alphaModFix/>
                </a:blip>
                <a:stretch>
                  <a:fillRect/>
                </a:stretch>
              </p:blipFill>
              <p:spPr>
                <a:xfrm>
                  <a:off x="7690675" y="3249675"/>
                  <a:ext cx="548398" cy="548398"/>
                </a:xfrm>
                <a:prstGeom prst="rect">
                  <a:avLst/>
                </a:prstGeom>
                <a:noFill/>
                <a:ln>
                  <a:noFill/>
                </a:ln>
              </p:spPr>
            </p:pic>
          </p:grpSp>
        </p:gr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1" name="Shape 1041"/>
        <p:cNvGrpSpPr/>
        <p:nvPr/>
      </p:nvGrpSpPr>
      <p:grpSpPr>
        <a:xfrm>
          <a:off x="0" y="0"/>
          <a:ext cx="0" cy="0"/>
          <a:chOff x="0" y="0"/>
          <a:chExt cx="0" cy="0"/>
        </a:xfrm>
      </p:grpSpPr>
      <p:sp>
        <p:nvSpPr>
          <p:cNvPr id="1042" name="Google Shape;1042;p85"/>
          <p:cNvSpPr/>
          <p:nvPr/>
        </p:nvSpPr>
        <p:spPr>
          <a:xfrm>
            <a:off x="277500" y="1042825"/>
            <a:ext cx="3778800" cy="3817200"/>
          </a:xfrm>
          <a:prstGeom prst="roundRect">
            <a:avLst>
              <a:gd fmla="val 13193"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043" name="Google Shape;1043;p85"/>
          <p:cNvSpPr/>
          <p:nvPr/>
        </p:nvSpPr>
        <p:spPr>
          <a:xfrm>
            <a:off x="5808900" y="1299225"/>
            <a:ext cx="3057600" cy="10563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1044" name="Google Shape;1044;p85"/>
          <p:cNvSpPr/>
          <p:nvPr/>
        </p:nvSpPr>
        <p:spPr>
          <a:xfrm>
            <a:off x="4644850" y="2471025"/>
            <a:ext cx="3057600" cy="10563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1045" name="Google Shape;1045;p85"/>
          <p:cNvSpPr/>
          <p:nvPr/>
        </p:nvSpPr>
        <p:spPr>
          <a:xfrm>
            <a:off x="5808900" y="3642825"/>
            <a:ext cx="3057600" cy="1056300"/>
          </a:xfrm>
          <a:prstGeom prst="roundRect">
            <a:avLst>
              <a:gd fmla="val 14571" name="adj"/>
            </a:avLst>
          </a:prstGeom>
          <a:solidFill>
            <a:schemeClr val="lt2"/>
          </a:solidFill>
          <a:ln>
            <a:noFill/>
          </a:ln>
        </p:spPr>
        <p:txBody>
          <a:bodyPr anchorCtr="0" anchor="ctr" bIns="91425" lIns="182875" spcFirstLastPara="1" rIns="182875" wrap="square" tIns="91425">
            <a:noAutofit/>
          </a:bodyPr>
          <a:lstStyle/>
          <a:p>
            <a:pPr indent="0" lvl="0" marL="0" rtl="0" algn="l">
              <a:lnSpc>
                <a:spcPct val="115000"/>
              </a:lnSpc>
              <a:spcBef>
                <a:spcPts val="0"/>
              </a:spcBef>
              <a:spcAft>
                <a:spcPts val="0"/>
              </a:spcAft>
              <a:buNone/>
            </a:pPr>
            <a:r>
              <a:t/>
            </a:r>
            <a:endParaRPr>
              <a:solidFill>
                <a:schemeClr val="lt1"/>
              </a:solidFill>
              <a:latin typeface="Arimo"/>
              <a:ea typeface="Arimo"/>
              <a:cs typeface="Arimo"/>
              <a:sym typeface="Arimo"/>
            </a:endParaRPr>
          </a:p>
        </p:txBody>
      </p:sp>
      <p:sp>
        <p:nvSpPr>
          <p:cNvPr id="1046" name="Google Shape;1046;p85"/>
          <p:cNvSpPr txBox="1"/>
          <p:nvPr>
            <p:ph type="title"/>
          </p:nvPr>
        </p:nvSpPr>
        <p:spPr>
          <a:xfrm>
            <a:off x="277500" y="416250"/>
            <a:ext cx="8589000" cy="62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How it works</a:t>
            </a:r>
            <a:endParaRPr/>
          </a:p>
        </p:txBody>
      </p:sp>
      <p:sp>
        <p:nvSpPr>
          <p:cNvPr id="1047" name="Google Shape;1047;p85"/>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1048" name="Google Shape;1048;p85"/>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049" name="Google Shape;1049;p85"/>
          <p:cNvSpPr txBox="1"/>
          <p:nvPr>
            <p:ph idx="6"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1050" name="Google Shape;1050;p85"/>
          <p:cNvSpPr txBox="1"/>
          <p:nvPr>
            <p:ph idx="7" type="title"/>
          </p:nvPr>
        </p:nvSpPr>
        <p:spPr>
          <a:xfrm>
            <a:off x="6033800" y="1539375"/>
            <a:ext cx="2477400" cy="234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one</a:t>
            </a:r>
            <a:endParaRPr/>
          </a:p>
        </p:txBody>
      </p:sp>
      <p:sp>
        <p:nvSpPr>
          <p:cNvPr id="1051" name="Google Shape;1051;p85"/>
          <p:cNvSpPr txBox="1"/>
          <p:nvPr>
            <p:ph idx="8" type="title"/>
          </p:nvPr>
        </p:nvSpPr>
        <p:spPr>
          <a:xfrm>
            <a:off x="6033800" y="1808625"/>
            <a:ext cx="2832600" cy="525600"/>
          </a:xfrm>
          <a:prstGeom prst="rect">
            <a:avLst/>
          </a:prstGeom>
        </p:spPr>
        <p:txBody>
          <a:bodyPr anchorCtr="0" anchor="t" bIns="182875" lIns="0" spcFirstLastPara="1" rIns="182875" wrap="square" tIns="0">
            <a:noAutofit/>
          </a:bodyPr>
          <a:lstStyle/>
          <a:p>
            <a:pPr indent="0" lvl="0" marL="0" rtl="0" algn="l">
              <a:spcBef>
                <a:spcPts val="0"/>
              </a:spcBef>
              <a:spcAft>
                <a:spcPts val="0"/>
              </a:spcAft>
              <a:buNone/>
            </a:pPr>
            <a:r>
              <a:rPr lang="en"/>
              <a:t>Write a short tutorial on how to use your product. Add images, GIFs, or videos to illustrate the steps.  </a:t>
            </a:r>
            <a:endParaRPr/>
          </a:p>
        </p:txBody>
      </p:sp>
      <p:sp>
        <p:nvSpPr>
          <p:cNvPr id="1052" name="Google Shape;1052;p85"/>
          <p:cNvSpPr txBox="1"/>
          <p:nvPr>
            <p:ph idx="9" type="title"/>
          </p:nvPr>
        </p:nvSpPr>
        <p:spPr>
          <a:xfrm>
            <a:off x="4869750" y="2711175"/>
            <a:ext cx="2477400" cy="234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two</a:t>
            </a:r>
            <a:endParaRPr/>
          </a:p>
        </p:txBody>
      </p:sp>
      <p:sp>
        <p:nvSpPr>
          <p:cNvPr id="1053" name="Google Shape;1053;p85"/>
          <p:cNvSpPr txBox="1"/>
          <p:nvPr>
            <p:ph idx="13" type="title"/>
          </p:nvPr>
        </p:nvSpPr>
        <p:spPr>
          <a:xfrm>
            <a:off x="4869750" y="2980425"/>
            <a:ext cx="2832600" cy="525600"/>
          </a:xfrm>
          <a:prstGeom prst="rect">
            <a:avLst/>
          </a:prstGeom>
        </p:spPr>
        <p:txBody>
          <a:bodyPr anchorCtr="0" anchor="t" bIns="182875" lIns="0" spcFirstLastPara="1" rIns="182875" wrap="square" tIns="0">
            <a:noAutofit/>
          </a:bodyPr>
          <a:lstStyle/>
          <a:p>
            <a:pPr indent="0" lvl="0" marL="0" rtl="0" algn="l">
              <a:spcBef>
                <a:spcPts val="0"/>
              </a:spcBef>
              <a:spcAft>
                <a:spcPts val="0"/>
              </a:spcAft>
              <a:buNone/>
            </a:pPr>
            <a:r>
              <a:rPr lang="en"/>
              <a:t>Write a short tutorial on how to use your product. Add images, GIFs, or videos to illustrate the steps.</a:t>
            </a:r>
            <a:endParaRPr/>
          </a:p>
        </p:txBody>
      </p:sp>
      <p:sp>
        <p:nvSpPr>
          <p:cNvPr id="1054" name="Google Shape;1054;p85"/>
          <p:cNvSpPr txBox="1"/>
          <p:nvPr>
            <p:ph idx="14" type="title"/>
          </p:nvPr>
        </p:nvSpPr>
        <p:spPr>
          <a:xfrm>
            <a:off x="6033800" y="3882975"/>
            <a:ext cx="2477400" cy="234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 three</a:t>
            </a:r>
            <a:endParaRPr/>
          </a:p>
        </p:txBody>
      </p:sp>
      <p:sp>
        <p:nvSpPr>
          <p:cNvPr id="1055" name="Google Shape;1055;p85"/>
          <p:cNvSpPr txBox="1"/>
          <p:nvPr>
            <p:ph idx="15" type="title"/>
          </p:nvPr>
        </p:nvSpPr>
        <p:spPr>
          <a:xfrm>
            <a:off x="6033800" y="4152225"/>
            <a:ext cx="2832600" cy="525600"/>
          </a:xfrm>
          <a:prstGeom prst="rect">
            <a:avLst/>
          </a:prstGeom>
        </p:spPr>
        <p:txBody>
          <a:bodyPr anchorCtr="0" anchor="t" bIns="182875" lIns="0" spcFirstLastPara="1" rIns="182875" wrap="square" tIns="0">
            <a:noAutofit/>
          </a:bodyPr>
          <a:lstStyle/>
          <a:p>
            <a:pPr indent="0" lvl="0" marL="0" rtl="0" algn="l">
              <a:spcBef>
                <a:spcPts val="0"/>
              </a:spcBef>
              <a:spcAft>
                <a:spcPts val="0"/>
              </a:spcAft>
              <a:buNone/>
            </a:pPr>
            <a:r>
              <a:rPr lang="en"/>
              <a:t>Write a short tutorial on how to use your product. Add images, GIFs, or videos to illustrate the steps.</a:t>
            </a:r>
            <a:endParaRPr/>
          </a:p>
        </p:txBody>
      </p:sp>
      <p:sp>
        <p:nvSpPr>
          <p:cNvPr id="1056" name="Google Shape;1056;p85"/>
          <p:cNvSpPr/>
          <p:nvPr/>
        </p:nvSpPr>
        <p:spPr>
          <a:xfrm>
            <a:off x="8491434" y="1375417"/>
            <a:ext cx="298800" cy="298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Arimo"/>
              <a:ea typeface="Arimo"/>
              <a:cs typeface="Arimo"/>
              <a:sym typeface="Arimo"/>
            </a:endParaRPr>
          </a:p>
        </p:txBody>
      </p:sp>
      <p:sp>
        <p:nvSpPr>
          <p:cNvPr id="1057" name="Google Shape;1057;p85"/>
          <p:cNvSpPr/>
          <p:nvPr/>
        </p:nvSpPr>
        <p:spPr>
          <a:xfrm>
            <a:off x="8517489" y="1401473"/>
            <a:ext cx="246600" cy="246600"/>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1</a:t>
            </a:r>
            <a:endParaRPr sz="1100">
              <a:solidFill>
                <a:schemeClr val="dk1"/>
              </a:solidFill>
              <a:latin typeface="Arimo"/>
              <a:ea typeface="Arimo"/>
              <a:cs typeface="Arimo"/>
              <a:sym typeface="Arimo"/>
            </a:endParaRPr>
          </a:p>
        </p:txBody>
      </p:sp>
      <p:sp>
        <p:nvSpPr>
          <p:cNvPr id="1058" name="Google Shape;1058;p85"/>
          <p:cNvSpPr/>
          <p:nvPr/>
        </p:nvSpPr>
        <p:spPr>
          <a:xfrm>
            <a:off x="7327384" y="2547217"/>
            <a:ext cx="298800" cy="298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1"/>
              </a:solidFill>
              <a:latin typeface="Arimo"/>
              <a:ea typeface="Arimo"/>
              <a:cs typeface="Arimo"/>
              <a:sym typeface="Arimo"/>
            </a:endParaRPr>
          </a:p>
        </p:txBody>
      </p:sp>
      <p:sp>
        <p:nvSpPr>
          <p:cNvPr id="1059" name="Google Shape;1059;p85"/>
          <p:cNvSpPr/>
          <p:nvPr/>
        </p:nvSpPr>
        <p:spPr>
          <a:xfrm>
            <a:off x="7353439" y="2573273"/>
            <a:ext cx="246600" cy="2466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2</a:t>
            </a:r>
            <a:endParaRPr sz="1100">
              <a:solidFill>
                <a:schemeClr val="dk1"/>
              </a:solidFill>
              <a:latin typeface="Arimo"/>
              <a:ea typeface="Arimo"/>
              <a:cs typeface="Arimo"/>
              <a:sym typeface="Arimo"/>
            </a:endParaRPr>
          </a:p>
        </p:txBody>
      </p:sp>
      <p:sp>
        <p:nvSpPr>
          <p:cNvPr id="1060" name="Google Shape;1060;p85"/>
          <p:cNvSpPr/>
          <p:nvPr/>
        </p:nvSpPr>
        <p:spPr>
          <a:xfrm>
            <a:off x="8491309" y="3729817"/>
            <a:ext cx="298800" cy="2988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Arimo"/>
              <a:ea typeface="Arimo"/>
              <a:cs typeface="Arimo"/>
              <a:sym typeface="Arimo"/>
            </a:endParaRPr>
          </a:p>
        </p:txBody>
      </p:sp>
      <p:sp>
        <p:nvSpPr>
          <p:cNvPr id="1061" name="Google Shape;1061;p85"/>
          <p:cNvSpPr/>
          <p:nvPr/>
        </p:nvSpPr>
        <p:spPr>
          <a:xfrm>
            <a:off x="8517364" y="3755873"/>
            <a:ext cx="246600" cy="246600"/>
          </a:xfrm>
          <a:prstGeom prst="ellipse">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3</a:t>
            </a:r>
            <a:endParaRPr sz="1100">
              <a:solidFill>
                <a:schemeClr val="dk1"/>
              </a:solidFill>
              <a:latin typeface="Arimo"/>
              <a:ea typeface="Arimo"/>
              <a:cs typeface="Arimo"/>
              <a:sym typeface="Arimo"/>
            </a:endParaRPr>
          </a:p>
        </p:txBody>
      </p:sp>
      <p:pic>
        <p:nvPicPr>
          <p:cNvPr descr="A product shot of black and silver headphones. " id="1062" name="Google Shape;1062;p85"/>
          <p:cNvPicPr preferRelativeResize="0"/>
          <p:nvPr>
            <p:ph idx="2" type="pic"/>
          </p:nvPr>
        </p:nvPicPr>
        <p:blipFill rotWithShape="1">
          <a:blip r:embed="rId3">
            <a:alphaModFix/>
          </a:blip>
          <a:srcRect b="0" l="39785" r="531" t="39250"/>
          <a:stretch/>
        </p:blipFill>
        <p:spPr>
          <a:xfrm>
            <a:off x="4644850" y="1299225"/>
            <a:ext cx="1037700" cy="1056300"/>
          </a:xfrm>
          <a:prstGeom prst="roundRect">
            <a:avLst>
              <a:gd fmla="val 16667" name="adj"/>
            </a:avLst>
          </a:prstGeom>
        </p:spPr>
      </p:pic>
      <p:pic>
        <p:nvPicPr>
          <p:cNvPr descr="A close-up of a headphone cup over the wearer's ear. " id="1063" name="Google Shape;1063;p85"/>
          <p:cNvPicPr preferRelativeResize="0"/>
          <p:nvPr>
            <p:ph idx="3" type="pic"/>
          </p:nvPr>
        </p:nvPicPr>
        <p:blipFill rotWithShape="1">
          <a:blip r:embed="rId4">
            <a:alphaModFix/>
          </a:blip>
          <a:srcRect b="50568" l="26630" r="35043" t="20151"/>
          <a:stretch/>
        </p:blipFill>
        <p:spPr>
          <a:xfrm>
            <a:off x="4644850" y="3642825"/>
            <a:ext cx="1037700" cy="1056300"/>
          </a:xfrm>
          <a:prstGeom prst="roundRect">
            <a:avLst>
              <a:gd fmla="val 16667" name="adj"/>
            </a:avLst>
          </a:prstGeom>
        </p:spPr>
      </p:pic>
      <p:pic>
        <p:nvPicPr>
          <p:cNvPr descr="A woman listens to music on her headphones while holding the cups close to her ears. " id="1064" name="Google Shape;1064;p85"/>
          <p:cNvPicPr preferRelativeResize="0"/>
          <p:nvPr>
            <p:ph idx="4" type="pic"/>
          </p:nvPr>
        </p:nvPicPr>
        <p:blipFill rotWithShape="1">
          <a:blip r:embed="rId5">
            <a:alphaModFix/>
          </a:blip>
          <a:srcRect b="22379" l="0" r="54502" t="43245"/>
          <a:stretch/>
        </p:blipFill>
        <p:spPr>
          <a:xfrm>
            <a:off x="7828875" y="2471025"/>
            <a:ext cx="1037700" cy="1056300"/>
          </a:xfrm>
          <a:prstGeom prst="roundRect">
            <a:avLst>
              <a:gd fmla="val 16667" name="adj"/>
            </a:avLst>
          </a:prstGeom>
        </p:spPr>
      </p:pic>
      <p:pic>
        <p:nvPicPr>
          <p:cNvPr descr="A product shot of black and silver headphones. " id="1065" name="Google Shape;1065;p85"/>
          <p:cNvPicPr preferRelativeResize="0"/>
          <p:nvPr>
            <p:ph idx="5" type="pic"/>
          </p:nvPr>
        </p:nvPicPr>
        <p:blipFill rotWithShape="1">
          <a:blip r:embed="rId6">
            <a:alphaModFix/>
          </a:blip>
          <a:srcRect b="0" l="16905" r="16905" t="0"/>
          <a:stretch/>
        </p:blipFill>
        <p:spPr>
          <a:xfrm>
            <a:off x="376950" y="1147675"/>
            <a:ext cx="3579900" cy="3607500"/>
          </a:xfrm>
          <a:prstGeom prst="roundRect">
            <a:avLst>
              <a:gd fmla="val 16667" name="adj"/>
            </a:avLst>
          </a:prstGeom>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9" name="Shape 1069"/>
        <p:cNvGrpSpPr/>
        <p:nvPr/>
      </p:nvGrpSpPr>
      <p:grpSpPr>
        <a:xfrm>
          <a:off x="0" y="0"/>
          <a:ext cx="0" cy="0"/>
          <a:chOff x="0" y="0"/>
          <a:chExt cx="0" cy="0"/>
        </a:xfrm>
      </p:grpSpPr>
      <p:cxnSp>
        <p:nvCxnSpPr>
          <p:cNvPr id="1070" name="Google Shape;1070;p86"/>
          <p:cNvCxnSpPr/>
          <p:nvPr/>
        </p:nvCxnSpPr>
        <p:spPr>
          <a:xfrm>
            <a:off x="2148150" y="3669100"/>
            <a:ext cx="0" cy="285600"/>
          </a:xfrm>
          <a:prstGeom prst="straightConnector1">
            <a:avLst/>
          </a:prstGeom>
          <a:noFill/>
          <a:ln cap="flat" cmpd="sng" w="9525">
            <a:solidFill>
              <a:schemeClr val="dk1"/>
            </a:solidFill>
            <a:prstDash val="solid"/>
            <a:round/>
            <a:headEnd len="med" w="med" type="none"/>
            <a:tailEnd len="med" w="med" type="oval"/>
          </a:ln>
        </p:spPr>
      </p:cxnSp>
      <p:cxnSp>
        <p:nvCxnSpPr>
          <p:cNvPr id="1071" name="Google Shape;1071;p86"/>
          <p:cNvCxnSpPr/>
          <p:nvPr/>
        </p:nvCxnSpPr>
        <p:spPr>
          <a:xfrm>
            <a:off x="7482175" y="3846175"/>
            <a:ext cx="0" cy="283800"/>
          </a:xfrm>
          <a:prstGeom prst="straightConnector1">
            <a:avLst/>
          </a:prstGeom>
          <a:noFill/>
          <a:ln cap="flat" cmpd="sng" w="9525">
            <a:solidFill>
              <a:schemeClr val="dk1"/>
            </a:solidFill>
            <a:prstDash val="solid"/>
            <a:round/>
            <a:headEnd len="med" w="med" type="none"/>
            <a:tailEnd len="med" w="med" type="oval"/>
          </a:ln>
        </p:spPr>
      </p:cxnSp>
      <p:cxnSp>
        <p:nvCxnSpPr>
          <p:cNvPr id="1072" name="Google Shape;1072;p86"/>
          <p:cNvCxnSpPr/>
          <p:nvPr/>
        </p:nvCxnSpPr>
        <p:spPr>
          <a:xfrm>
            <a:off x="451800" y="3846175"/>
            <a:ext cx="0" cy="283800"/>
          </a:xfrm>
          <a:prstGeom prst="straightConnector1">
            <a:avLst/>
          </a:prstGeom>
          <a:noFill/>
          <a:ln cap="flat" cmpd="sng" w="9525">
            <a:solidFill>
              <a:schemeClr val="dk1"/>
            </a:solidFill>
            <a:prstDash val="solid"/>
            <a:round/>
            <a:headEnd len="med" w="med" type="none"/>
            <a:tailEnd len="med" w="med" type="oval"/>
          </a:ln>
        </p:spPr>
      </p:cxnSp>
      <p:cxnSp>
        <p:nvCxnSpPr>
          <p:cNvPr id="1073" name="Google Shape;1073;p86"/>
          <p:cNvCxnSpPr/>
          <p:nvPr/>
        </p:nvCxnSpPr>
        <p:spPr>
          <a:xfrm>
            <a:off x="5791825" y="3669100"/>
            <a:ext cx="0" cy="285600"/>
          </a:xfrm>
          <a:prstGeom prst="straightConnector1">
            <a:avLst/>
          </a:prstGeom>
          <a:noFill/>
          <a:ln cap="flat" cmpd="sng" w="9525">
            <a:solidFill>
              <a:schemeClr val="dk1"/>
            </a:solidFill>
            <a:prstDash val="solid"/>
            <a:round/>
            <a:headEnd len="med" w="med" type="none"/>
            <a:tailEnd len="med" w="med" type="oval"/>
          </a:ln>
        </p:spPr>
      </p:cxnSp>
      <p:sp>
        <p:nvSpPr>
          <p:cNvPr id="1074" name="Google Shape;1074;p86"/>
          <p:cNvSpPr/>
          <p:nvPr/>
        </p:nvSpPr>
        <p:spPr>
          <a:xfrm>
            <a:off x="3649700" y="755850"/>
            <a:ext cx="1855800" cy="3784200"/>
          </a:xfrm>
          <a:prstGeom prst="roundRect">
            <a:avLst>
              <a:gd fmla="val 125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075" name="Google Shape;1075;p86"/>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1076" name="Google Shape;1076;p86"/>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Company Name</a:t>
            </a:r>
            <a:endParaRPr/>
          </a:p>
        </p:txBody>
      </p:sp>
      <p:sp>
        <p:nvSpPr>
          <p:cNvPr id="1077" name="Google Shape;1077;p86"/>
          <p:cNvSpPr txBox="1"/>
          <p:nvPr>
            <p:ph type="title"/>
          </p:nvPr>
        </p:nvSpPr>
        <p:spPr>
          <a:xfrm>
            <a:off x="1969400" y="138075"/>
            <a:ext cx="5217000" cy="492600"/>
          </a:xfrm>
          <a:prstGeom prst="rect">
            <a:avLst/>
          </a:prstGeom>
        </p:spPr>
        <p:txBody>
          <a:bodyPr anchorCtr="0" anchor="t" bIns="0" lIns="0" spcFirstLastPara="1" rIns="0" wrap="square" tIns="91425">
            <a:noAutofit/>
          </a:bodyPr>
          <a:lstStyle/>
          <a:p>
            <a:pPr indent="0" lvl="0" marL="0" rtl="0" algn="ctr">
              <a:spcBef>
                <a:spcPts val="0"/>
              </a:spcBef>
              <a:spcAft>
                <a:spcPts val="0"/>
              </a:spcAft>
              <a:buClr>
                <a:schemeClr val="lt1"/>
              </a:buClr>
              <a:buSzPts val="1100"/>
              <a:buNone/>
            </a:pPr>
            <a:r>
              <a:rPr lang="en"/>
              <a:t>See it in action</a:t>
            </a:r>
            <a:endParaRPr/>
          </a:p>
        </p:txBody>
      </p:sp>
      <p:sp>
        <p:nvSpPr>
          <p:cNvPr id="1078" name="Google Shape;1078;p86"/>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pic>
        <p:nvPicPr>
          <p:cNvPr descr="A woman looks at the camera and sits on a sofa chair while listening to music on her headphones. " id="1079" name="Google Shape;1079;p86"/>
          <p:cNvPicPr preferRelativeResize="0"/>
          <p:nvPr>
            <p:ph idx="3" type="pic"/>
          </p:nvPr>
        </p:nvPicPr>
        <p:blipFill rotWithShape="1">
          <a:blip r:embed="rId3">
            <a:alphaModFix/>
          </a:blip>
          <a:srcRect b="0" l="19560" r="19560" t="0"/>
          <a:stretch/>
        </p:blipFill>
        <p:spPr>
          <a:xfrm>
            <a:off x="3766700" y="873150"/>
            <a:ext cx="1621800" cy="3549600"/>
          </a:xfrm>
          <a:prstGeom prst="roundRect">
            <a:avLst>
              <a:gd fmla="val 16667" name="adj"/>
            </a:avLst>
          </a:prstGeom>
        </p:spPr>
      </p:pic>
      <p:pic>
        <p:nvPicPr>
          <p:cNvPr descr="A close-up of headphone ear cups. " id="1080" name="Google Shape;1080;p86"/>
          <p:cNvPicPr preferRelativeResize="0"/>
          <p:nvPr>
            <p:ph idx="4" type="pic"/>
          </p:nvPr>
        </p:nvPicPr>
        <p:blipFill rotWithShape="1">
          <a:blip r:embed="rId4">
            <a:alphaModFix/>
          </a:blip>
          <a:srcRect b="31208" l="17729" r="54303" t="903"/>
          <a:stretch/>
        </p:blipFill>
        <p:spPr>
          <a:xfrm>
            <a:off x="289100" y="1324475"/>
            <a:ext cx="1563300" cy="2531100"/>
          </a:xfrm>
          <a:prstGeom prst="roundRect">
            <a:avLst>
              <a:gd fmla="val 16667" name="adj"/>
            </a:avLst>
          </a:prstGeom>
        </p:spPr>
      </p:pic>
      <p:pic>
        <p:nvPicPr>
          <p:cNvPr descr="A close-up of the band of a pair headphones. " id="1081" name="Google Shape;1081;p86"/>
          <p:cNvPicPr preferRelativeResize="0"/>
          <p:nvPr>
            <p:ph idx="5" type="pic"/>
          </p:nvPr>
        </p:nvPicPr>
        <p:blipFill rotWithShape="1">
          <a:blip r:embed="rId4">
            <a:alphaModFix/>
          </a:blip>
          <a:srcRect b="38408" l="72957" r="7234" t="13511"/>
          <a:stretch/>
        </p:blipFill>
        <p:spPr>
          <a:xfrm>
            <a:off x="1969400" y="1142650"/>
            <a:ext cx="1563300" cy="2531100"/>
          </a:xfrm>
          <a:prstGeom prst="roundRect">
            <a:avLst>
              <a:gd fmla="val 16667" name="adj"/>
            </a:avLst>
          </a:prstGeom>
        </p:spPr>
      </p:pic>
      <p:pic>
        <p:nvPicPr>
          <p:cNvPr descr="A product shot of black and silver headphones. " id="1082" name="Google Shape;1082;p86"/>
          <p:cNvPicPr preferRelativeResize="0"/>
          <p:nvPr>
            <p:ph idx="6" type="pic"/>
          </p:nvPr>
        </p:nvPicPr>
        <p:blipFill rotWithShape="1">
          <a:blip r:embed="rId4">
            <a:alphaModFix/>
          </a:blip>
          <a:srcRect b="0" l="29402" r="29402" t="0"/>
          <a:stretch/>
        </p:blipFill>
        <p:spPr>
          <a:xfrm>
            <a:off x="5623125" y="1142650"/>
            <a:ext cx="1563300" cy="2531100"/>
          </a:xfrm>
          <a:prstGeom prst="roundRect">
            <a:avLst>
              <a:gd fmla="val 16667" name="adj"/>
            </a:avLst>
          </a:prstGeom>
        </p:spPr>
      </p:pic>
      <p:pic>
        <p:nvPicPr>
          <p:cNvPr descr="A close-up of headphone ear cups. " id="1083" name="Google Shape;1083;p86"/>
          <p:cNvPicPr preferRelativeResize="0"/>
          <p:nvPr>
            <p:ph idx="7" type="pic"/>
          </p:nvPr>
        </p:nvPicPr>
        <p:blipFill rotWithShape="1">
          <a:blip r:embed="rId4">
            <a:alphaModFix/>
          </a:blip>
          <a:srcRect b="5972" l="51611" r="29708" t="48680"/>
          <a:stretch/>
        </p:blipFill>
        <p:spPr>
          <a:xfrm>
            <a:off x="7304050" y="1324475"/>
            <a:ext cx="1563300" cy="2531100"/>
          </a:xfrm>
          <a:prstGeom prst="roundRect">
            <a:avLst>
              <a:gd fmla="val 16667" name="adj"/>
            </a:avLst>
          </a:prstGeom>
        </p:spPr>
      </p:pic>
      <p:sp>
        <p:nvSpPr>
          <p:cNvPr id="1084" name="Google Shape;1084;p86"/>
          <p:cNvSpPr txBox="1"/>
          <p:nvPr>
            <p:ph idx="8" type="subTitle"/>
          </p:nvPr>
        </p:nvSpPr>
        <p:spPr>
          <a:xfrm>
            <a:off x="378475" y="4261299"/>
            <a:ext cx="1563300" cy="20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1</a:t>
            </a:r>
            <a:endParaRPr/>
          </a:p>
        </p:txBody>
      </p:sp>
      <p:sp>
        <p:nvSpPr>
          <p:cNvPr id="1085" name="Google Shape;1085;p86"/>
          <p:cNvSpPr txBox="1"/>
          <p:nvPr>
            <p:ph idx="9" type="subTitle"/>
          </p:nvPr>
        </p:nvSpPr>
        <p:spPr>
          <a:xfrm>
            <a:off x="378476" y="4562900"/>
            <a:ext cx="1473900" cy="29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Show how to use the product, step by step. Illustrate with images, GIFs, or videos.</a:t>
            </a:r>
            <a:endParaRPr/>
          </a:p>
        </p:txBody>
      </p:sp>
      <p:sp>
        <p:nvSpPr>
          <p:cNvPr id="1086" name="Google Shape;1086;p86"/>
          <p:cNvSpPr txBox="1"/>
          <p:nvPr>
            <p:ph idx="13" type="subTitle"/>
          </p:nvPr>
        </p:nvSpPr>
        <p:spPr>
          <a:xfrm>
            <a:off x="2057625" y="4074126"/>
            <a:ext cx="1563300" cy="20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2</a:t>
            </a:r>
            <a:endParaRPr/>
          </a:p>
        </p:txBody>
      </p:sp>
      <p:sp>
        <p:nvSpPr>
          <p:cNvPr id="1087" name="Google Shape;1087;p86"/>
          <p:cNvSpPr txBox="1"/>
          <p:nvPr>
            <p:ph idx="14" type="subTitle"/>
          </p:nvPr>
        </p:nvSpPr>
        <p:spPr>
          <a:xfrm>
            <a:off x="2057625" y="4375725"/>
            <a:ext cx="1473900" cy="294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Show how to use the product, step by step. Illustrate with images, GIFs, or videos.</a:t>
            </a:r>
            <a:endParaRPr/>
          </a:p>
        </p:txBody>
      </p:sp>
      <p:sp>
        <p:nvSpPr>
          <p:cNvPr id="1088" name="Google Shape;1088;p86"/>
          <p:cNvSpPr txBox="1"/>
          <p:nvPr>
            <p:ph idx="15" type="subTitle"/>
          </p:nvPr>
        </p:nvSpPr>
        <p:spPr>
          <a:xfrm>
            <a:off x="5712200" y="4074126"/>
            <a:ext cx="1563300" cy="19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3</a:t>
            </a:r>
            <a:endParaRPr/>
          </a:p>
        </p:txBody>
      </p:sp>
      <p:sp>
        <p:nvSpPr>
          <p:cNvPr id="1089" name="Google Shape;1089;p86"/>
          <p:cNvSpPr txBox="1"/>
          <p:nvPr>
            <p:ph idx="16" type="subTitle"/>
          </p:nvPr>
        </p:nvSpPr>
        <p:spPr>
          <a:xfrm>
            <a:off x="5712200" y="4375725"/>
            <a:ext cx="1473900" cy="294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Show how to use the product, step by step. Illustrate with images, GIFs, or videos.</a:t>
            </a:r>
            <a:endParaRPr/>
          </a:p>
        </p:txBody>
      </p:sp>
      <p:sp>
        <p:nvSpPr>
          <p:cNvPr id="1090" name="Google Shape;1090;p86"/>
          <p:cNvSpPr txBox="1"/>
          <p:nvPr>
            <p:ph idx="17" type="subTitle"/>
          </p:nvPr>
        </p:nvSpPr>
        <p:spPr>
          <a:xfrm>
            <a:off x="7395575" y="4261301"/>
            <a:ext cx="1563300" cy="19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Step 4</a:t>
            </a:r>
            <a:endParaRPr/>
          </a:p>
        </p:txBody>
      </p:sp>
      <p:sp>
        <p:nvSpPr>
          <p:cNvPr id="1091" name="Google Shape;1091;p86"/>
          <p:cNvSpPr txBox="1"/>
          <p:nvPr>
            <p:ph idx="18" type="subTitle"/>
          </p:nvPr>
        </p:nvSpPr>
        <p:spPr>
          <a:xfrm>
            <a:off x="7395575" y="4562900"/>
            <a:ext cx="1504200" cy="2943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Show how to use the product, step by step. Illustrate with images, GIFs, or videos.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5" name="Shape 1095"/>
        <p:cNvGrpSpPr/>
        <p:nvPr/>
      </p:nvGrpSpPr>
      <p:grpSpPr>
        <a:xfrm>
          <a:off x="0" y="0"/>
          <a:ext cx="0" cy="0"/>
          <a:chOff x="0" y="0"/>
          <a:chExt cx="0" cy="0"/>
        </a:xfrm>
      </p:grpSpPr>
      <p:pic>
        <p:nvPicPr>
          <p:cNvPr descr="A man wearing a white pair of headphones looks off to the side. " id="1096" name="Google Shape;1096;p87"/>
          <p:cNvPicPr preferRelativeResize="0"/>
          <p:nvPr>
            <p:ph idx="2" type="pic"/>
          </p:nvPr>
        </p:nvPicPr>
        <p:blipFill rotWithShape="1">
          <a:blip r:embed="rId3">
            <a:alphaModFix/>
          </a:blip>
          <a:srcRect b="26749" l="0" r="26890" t="11561"/>
          <a:stretch/>
        </p:blipFill>
        <p:spPr>
          <a:xfrm>
            <a:off x="0" y="0"/>
            <a:ext cx="9144000" cy="5143500"/>
          </a:xfrm>
          <a:prstGeom prst="roundRect">
            <a:avLst>
              <a:gd fmla="val 0" name="adj"/>
            </a:avLst>
          </a:prstGeom>
          <a:noFill/>
          <a:ln>
            <a:noFill/>
          </a:ln>
        </p:spPr>
      </p:pic>
      <p:sp>
        <p:nvSpPr>
          <p:cNvPr id="1097" name="Google Shape;1097;p87"/>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A final look at Product Name</a:t>
            </a:r>
            <a:endParaRPr/>
          </a:p>
          <a:p>
            <a:pPr indent="0" lvl="0" marL="0" rtl="0" algn="l">
              <a:spcBef>
                <a:spcPts val="0"/>
              </a:spcBef>
              <a:spcAft>
                <a:spcPts val="0"/>
              </a:spcAft>
              <a:buNone/>
            </a:pPr>
            <a:r>
              <a:t/>
            </a:r>
            <a:endParaRPr/>
          </a:p>
        </p:txBody>
      </p:sp>
      <p:sp>
        <p:nvSpPr>
          <p:cNvPr id="1098" name="Google Shape;1098;p87"/>
          <p:cNvSpPr/>
          <p:nvPr/>
        </p:nvSpPr>
        <p:spPr>
          <a:xfrm>
            <a:off x="496725" y="4056925"/>
            <a:ext cx="2309100" cy="431700"/>
          </a:xfrm>
          <a:prstGeom prst="roundRect">
            <a:avLst>
              <a:gd fmla="val 5000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Arimo"/>
                <a:ea typeface="Arimo"/>
                <a:cs typeface="Arimo"/>
                <a:sym typeface="Arimo"/>
              </a:rPr>
              <a:t>Coming soon on Month Day</a:t>
            </a:r>
            <a:endParaRPr sz="1100">
              <a:solidFill>
                <a:schemeClr val="dk1"/>
              </a:solidFill>
              <a:latin typeface="Arimo"/>
              <a:ea typeface="Arimo"/>
              <a:cs typeface="Arimo"/>
              <a:sym typeface="Arimo"/>
            </a:endParaRPr>
          </a:p>
        </p:txBody>
      </p:sp>
      <p:grpSp>
        <p:nvGrpSpPr>
          <p:cNvPr id="1099" name="Google Shape;1099;p87"/>
          <p:cNvGrpSpPr/>
          <p:nvPr/>
        </p:nvGrpSpPr>
        <p:grpSpPr>
          <a:xfrm>
            <a:off x="496725" y="1544573"/>
            <a:ext cx="359400" cy="359400"/>
            <a:chOff x="496725" y="1544573"/>
            <a:chExt cx="359400" cy="359400"/>
          </a:xfrm>
        </p:grpSpPr>
        <p:sp>
          <p:nvSpPr>
            <p:cNvPr id="1100" name="Google Shape;1100;p87"/>
            <p:cNvSpPr/>
            <p:nvPr/>
          </p:nvSpPr>
          <p:spPr>
            <a:xfrm>
              <a:off x="496725" y="1544573"/>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1101" name="Google Shape;1101;p87"/>
            <p:cNvSpPr/>
            <p:nvPr/>
          </p:nvSpPr>
          <p:spPr>
            <a:xfrm>
              <a:off x="528053" y="157590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1</a:t>
              </a:r>
              <a:endParaRPr sz="1200">
                <a:solidFill>
                  <a:schemeClr val="dk1"/>
                </a:solidFill>
                <a:latin typeface="Arimo"/>
                <a:ea typeface="Arimo"/>
                <a:cs typeface="Arimo"/>
                <a:sym typeface="Arimo"/>
              </a:endParaRPr>
            </a:p>
          </p:txBody>
        </p:sp>
      </p:grpSp>
      <p:grpSp>
        <p:nvGrpSpPr>
          <p:cNvPr id="1102" name="Google Shape;1102;p87"/>
          <p:cNvGrpSpPr/>
          <p:nvPr/>
        </p:nvGrpSpPr>
        <p:grpSpPr>
          <a:xfrm>
            <a:off x="2901075" y="1544573"/>
            <a:ext cx="359400" cy="359400"/>
            <a:chOff x="2901075" y="1544573"/>
            <a:chExt cx="359400" cy="359400"/>
          </a:xfrm>
        </p:grpSpPr>
        <p:sp>
          <p:nvSpPr>
            <p:cNvPr id="1103" name="Google Shape;1103;p87"/>
            <p:cNvSpPr/>
            <p:nvPr/>
          </p:nvSpPr>
          <p:spPr>
            <a:xfrm>
              <a:off x="2901075" y="1544573"/>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1104" name="Google Shape;1104;p87"/>
            <p:cNvSpPr/>
            <p:nvPr/>
          </p:nvSpPr>
          <p:spPr>
            <a:xfrm>
              <a:off x="2932403" y="1575900"/>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2</a:t>
              </a:r>
              <a:endParaRPr sz="1200">
                <a:solidFill>
                  <a:schemeClr val="dk1"/>
                </a:solidFill>
                <a:latin typeface="Arimo"/>
                <a:ea typeface="Arimo"/>
                <a:cs typeface="Arimo"/>
                <a:sym typeface="Arimo"/>
              </a:endParaRPr>
            </a:p>
          </p:txBody>
        </p:sp>
      </p:grpSp>
      <p:grpSp>
        <p:nvGrpSpPr>
          <p:cNvPr id="1105" name="Google Shape;1105;p87"/>
          <p:cNvGrpSpPr/>
          <p:nvPr/>
        </p:nvGrpSpPr>
        <p:grpSpPr>
          <a:xfrm>
            <a:off x="496725" y="2935598"/>
            <a:ext cx="359400" cy="359400"/>
            <a:chOff x="496725" y="2935598"/>
            <a:chExt cx="359400" cy="359400"/>
          </a:xfrm>
        </p:grpSpPr>
        <p:sp>
          <p:nvSpPr>
            <p:cNvPr id="1106" name="Google Shape;1106;p87"/>
            <p:cNvSpPr/>
            <p:nvPr/>
          </p:nvSpPr>
          <p:spPr>
            <a:xfrm>
              <a:off x="49672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1107" name="Google Shape;1107;p87"/>
            <p:cNvSpPr/>
            <p:nvPr/>
          </p:nvSpPr>
          <p:spPr>
            <a:xfrm>
              <a:off x="528053" y="2966925"/>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3</a:t>
              </a:r>
              <a:endParaRPr sz="1200">
                <a:solidFill>
                  <a:schemeClr val="dk1"/>
                </a:solidFill>
                <a:latin typeface="Arimo"/>
                <a:ea typeface="Arimo"/>
                <a:cs typeface="Arimo"/>
                <a:sym typeface="Arimo"/>
              </a:endParaRPr>
            </a:p>
          </p:txBody>
        </p:sp>
      </p:grpSp>
      <p:grpSp>
        <p:nvGrpSpPr>
          <p:cNvPr id="1108" name="Google Shape;1108;p87"/>
          <p:cNvGrpSpPr/>
          <p:nvPr/>
        </p:nvGrpSpPr>
        <p:grpSpPr>
          <a:xfrm>
            <a:off x="2901075" y="2935598"/>
            <a:ext cx="359400" cy="359400"/>
            <a:chOff x="2901075" y="2935598"/>
            <a:chExt cx="359400" cy="359400"/>
          </a:xfrm>
        </p:grpSpPr>
        <p:sp>
          <p:nvSpPr>
            <p:cNvPr id="1109" name="Google Shape;1109;p87"/>
            <p:cNvSpPr/>
            <p:nvPr/>
          </p:nvSpPr>
          <p:spPr>
            <a:xfrm>
              <a:off x="2901075" y="2935598"/>
              <a:ext cx="359400" cy="3594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lt1"/>
                </a:solidFill>
                <a:latin typeface="Arimo"/>
                <a:ea typeface="Arimo"/>
                <a:cs typeface="Arimo"/>
                <a:sym typeface="Arimo"/>
              </a:endParaRPr>
            </a:p>
          </p:txBody>
        </p:sp>
        <p:sp>
          <p:nvSpPr>
            <p:cNvPr id="1110" name="Google Shape;1110;p87"/>
            <p:cNvSpPr/>
            <p:nvPr/>
          </p:nvSpPr>
          <p:spPr>
            <a:xfrm>
              <a:off x="2932403" y="2966925"/>
              <a:ext cx="296700" cy="296700"/>
            </a:xfrm>
            <a:prstGeom prst="ellipse">
              <a:avLst/>
            </a:prstGeom>
            <a:solidFill>
              <a:schemeClr val="lt2"/>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1200">
                  <a:solidFill>
                    <a:schemeClr val="dk1"/>
                  </a:solidFill>
                  <a:latin typeface="Arimo"/>
                  <a:ea typeface="Arimo"/>
                  <a:cs typeface="Arimo"/>
                  <a:sym typeface="Arimo"/>
                </a:rPr>
                <a:t>4</a:t>
              </a:r>
              <a:endParaRPr sz="1200">
                <a:solidFill>
                  <a:schemeClr val="dk1"/>
                </a:solidFill>
                <a:latin typeface="Arimo"/>
                <a:ea typeface="Arimo"/>
                <a:cs typeface="Arimo"/>
                <a:sym typeface="Arimo"/>
              </a:endParaRPr>
            </a:p>
          </p:txBody>
        </p:sp>
      </p:grpSp>
      <p:sp>
        <p:nvSpPr>
          <p:cNvPr id="1111" name="Google Shape;1111;p87"/>
          <p:cNvSpPr txBox="1"/>
          <p:nvPr>
            <p:ph idx="16"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Company Name</a:t>
            </a:r>
            <a:endParaRPr/>
          </a:p>
        </p:txBody>
      </p:sp>
      <p:sp>
        <p:nvSpPr>
          <p:cNvPr id="1112" name="Google Shape;1112;p87"/>
          <p:cNvSpPr txBox="1"/>
          <p:nvPr>
            <p:ph idx="17"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1113" name="Google Shape;1113;p87"/>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114" name="Google Shape;1114;p87"/>
          <p:cNvSpPr txBox="1"/>
          <p:nvPr/>
        </p:nvSpPr>
        <p:spPr>
          <a:xfrm>
            <a:off x="941850" y="1274873"/>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Wrap up the demo with a final recap of the product and its value proposition.</a:t>
            </a:r>
            <a:endParaRPr sz="800">
              <a:solidFill>
                <a:schemeClr val="dk1"/>
              </a:solidFill>
              <a:latin typeface="Arimo"/>
              <a:ea typeface="Arimo"/>
              <a:cs typeface="Arimo"/>
              <a:sym typeface="Arimo"/>
            </a:endParaRPr>
          </a:p>
        </p:txBody>
      </p:sp>
      <p:sp>
        <p:nvSpPr>
          <p:cNvPr id="1115" name="Google Shape;1115;p87"/>
          <p:cNvSpPr txBox="1"/>
          <p:nvPr/>
        </p:nvSpPr>
        <p:spPr>
          <a:xfrm>
            <a:off x="3346200" y="1274873"/>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Think about your target audiences and why they would find this product compelling.</a:t>
            </a:r>
            <a:endParaRPr sz="800">
              <a:solidFill>
                <a:schemeClr val="dk1"/>
              </a:solidFill>
              <a:latin typeface="Arimo"/>
              <a:ea typeface="Arimo"/>
              <a:cs typeface="Arimo"/>
              <a:sym typeface="Arimo"/>
            </a:endParaRPr>
          </a:p>
        </p:txBody>
      </p:sp>
      <p:sp>
        <p:nvSpPr>
          <p:cNvPr id="1116" name="Google Shape;1116;p87"/>
          <p:cNvSpPr txBox="1"/>
          <p:nvPr/>
        </p:nvSpPr>
        <p:spPr>
          <a:xfrm>
            <a:off x="941850" y="2665898"/>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These takeaways should answer the question, “</a:t>
            </a:r>
            <a:r>
              <a:rPr lang="en" sz="800">
                <a:solidFill>
                  <a:schemeClr val="dk1"/>
                </a:solidFill>
                <a:latin typeface="Arimo"/>
                <a:ea typeface="Arimo"/>
                <a:cs typeface="Arimo"/>
                <a:sym typeface="Arimo"/>
              </a:rPr>
              <a:t>Why would someone buy</a:t>
            </a:r>
            <a:r>
              <a:rPr lang="en" sz="800">
                <a:solidFill>
                  <a:schemeClr val="dk1"/>
                </a:solidFill>
                <a:latin typeface="Arimo"/>
                <a:ea typeface="Arimo"/>
                <a:cs typeface="Arimo"/>
                <a:sym typeface="Arimo"/>
              </a:rPr>
              <a:t> this product?”</a:t>
            </a:r>
            <a:endParaRPr sz="800">
              <a:solidFill>
                <a:schemeClr val="dk1"/>
              </a:solidFill>
              <a:latin typeface="Arimo"/>
              <a:ea typeface="Arimo"/>
              <a:cs typeface="Arimo"/>
              <a:sym typeface="Arimo"/>
            </a:endParaRPr>
          </a:p>
        </p:txBody>
      </p:sp>
      <p:sp>
        <p:nvSpPr>
          <p:cNvPr id="1117" name="Google Shape;1117;p87"/>
          <p:cNvSpPr txBox="1"/>
          <p:nvPr/>
        </p:nvSpPr>
        <p:spPr>
          <a:xfrm>
            <a:off x="3346200" y="2665898"/>
            <a:ext cx="1759200" cy="898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800"/>
              </a:spcAft>
              <a:buNone/>
            </a:pPr>
            <a:r>
              <a:rPr lang="en" sz="800">
                <a:solidFill>
                  <a:schemeClr val="dk1"/>
                </a:solidFill>
                <a:latin typeface="Arimo"/>
                <a:ea typeface="Arimo"/>
                <a:cs typeface="Arimo"/>
                <a:sym typeface="Arimo"/>
              </a:rPr>
              <a:t>Add as many points as you need to end your demo presentation on the right note.</a:t>
            </a:r>
            <a:endParaRPr sz="800">
              <a:solidFill>
                <a:schemeClr val="dk1"/>
              </a:solidFill>
              <a:latin typeface="Arimo"/>
              <a:ea typeface="Arimo"/>
              <a:cs typeface="Arimo"/>
              <a:sym typeface="Arim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1" name="Shape 1121"/>
        <p:cNvGrpSpPr/>
        <p:nvPr/>
      </p:nvGrpSpPr>
      <p:grpSpPr>
        <a:xfrm>
          <a:off x="0" y="0"/>
          <a:ext cx="0" cy="0"/>
          <a:chOff x="0" y="0"/>
          <a:chExt cx="0" cy="0"/>
        </a:xfrm>
      </p:grpSpPr>
      <p:pic>
        <p:nvPicPr>
          <p:cNvPr id="1122" name="Google Shape;1122;p88"/>
          <p:cNvPicPr preferRelativeResize="0"/>
          <p:nvPr/>
        </p:nvPicPr>
        <p:blipFill rotWithShape="1">
          <a:blip r:embed="rId3">
            <a:alphaModFix amt="10000"/>
          </a:blip>
          <a:srcRect b="13596" l="3714" r="77644" t="20941"/>
          <a:stretch/>
        </p:blipFill>
        <p:spPr>
          <a:xfrm>
            <a:off x="2026600" y="1591825"/>
            <a:ext cx="1618800" cy="3039600"/>
          </a:xfrm>
          <a:prstGeom prst="roundRect">
            <a:avLst>
              <a:gd fmla="val 10347" name="adj"/>
            </a:avLst>
          </a:prstGeom>
          <a:noFill/>
          <a:ln>
            <a:noFill/>
          </a:ln>
        </p:spPr>
      </p:pic>
      <p:pic>
        <p:nvPicPr>
          <p:cNvPr id="1123" name="Google Shape;1123;p88"/>
          <p:cNvPicPr preferRelativeResize="0"/>
          <p:nvPr/>
        </p:nvPicPr>
        <p:blipFill rotWithShape="1">
          <a:blip r:embed="rId3">
            <a:alphaModFix amt="10000"/>
          </a:blip>
          <a:srcRect b="13596" l="3714" r="77644" t="20941"/>
          <a:stretch/>
        </p:blipFill>
        <p:spPr>
          <a:xfrm>
            <a:off x="3767250" y="1591825"/>
            <a:ext cx="1618800" cy="3039600"/>
          </a:xfrm>
          <a:prstGeom prst="roundRect">
            <a:avLst>
              <a:gd fmla="val 10347" name="adj"/>
            </a:avLst>
          </a:prstGeom>
          <a:noFill/>
          <a:ln>
            <a:noFill/>
          </a:ln>
        </p:spPr>
      </p:pic>
      <p:pic>
        <p:nvPicPr>
          <p:cNvPr id="1124" name="Google Shape;1124;p88"/>
          <p:cNvPicPr preferRelativeResize="0"/>
          <p:nvPr/>
        </p:nvPicPr>
        <p:blipFill rotWithShape="1">
          <a:blip r:embed="rId3">
            <a:alphaModFix amt="10000"/>
          </a:blip>
          <a:srcRect b="13596" l="3714" r="77644" t="20941"/>
          <a:stretch/>
        </p:blipFill>
        <p:spPr>
          <a:xfrm>
            <a:off x="5507900" y="1591825"/>
            <a:ext cx="1618800" cy="3039600"/>
          </a:xfrm>
          <a:prstGeom prst="roundRect">
            <a:avLst>
              <a:gd fmla="val 10347" name="adj"/>
            </a:avLst>
          </a:prstGeom>
          <a:noFill/>
          <a:ln>
            <a:noFill/>
          </a:ln>
        </p:spPr>
      </p:pic>
      <p:pic>
        <p:nvPicPr>
          <p:cNvPr id="1125" name="Google Shape;1125;p88"/>
          <p:cNvPicPr preferRelativeResize="0"/>
          <p:nvPr/>
        </p:nvPicPr>
        <p:blipFill rotWithShape="1">
          <a:blip r:embed="rId3">
            <a:alphaModFix amt="10000"/>
          </a:blip>
          <a:srcRect b="13596" l="3714" r="77644" t="20941"/>
          <a:stretch/>
        </p:blipFill>
        <p:spPr>
          <a:xfrm>
            <a:off x="7248550" y="1591825"/>
            <a:ext cx="1618800" cy="3039600"/>
          </a:xfrm>
          <a:prstGeom prst="roundRect">
            <a:avLst>
              <a:gd fmla="val 10347" name="adj"/>
            </a:avLst>
          </a:prstGeom>
          <a:noFill/>
          <a:ln>
            <a:noFill/>
          </a:ln>
        </p:spPr>
      </p:pic>
      <p:sp>
        <p:nvSpPr>
          <p:cNvPr id="1126" name="Google Shape;1126;p88"/>
          <p:cNvSpPr txBox="1"/>
          <p:nvPr>
            <p:ph type="title"/>
          </p:nvPr>
        </p:nvSpPr>
        <p:spPr>
          <a:xfrm>
            <a:off x="277500" y="416250"/>
            <a:ext cx="8589000" cy="885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Key takeaways</a:t>
            </a:r>
            <a:endParaRPr/>
          </a:p>
        </p:txBody>
      </p:sp>
      <p:sp>
        <p:nvSpPr>
          <p:cNvPr id="1127" name="Google Shape;1127;p88"/>
          <p:cNvSpPr/>
          <p:nvPr/>
        </p:nvSpPr>
        <p:spPr>
          <a:xfrm>
            <a:off x="219612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28" name="Google Shape;1128;p88"/>
          <p:cNvSpPr/>
          <p:nvPr/>
        </p:nvSpPr>
        <p:spPr>
          <a:xfrm>
            <a:off x="393677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rimo"/>
              <a:ea typeface="Arimo"/>
              <a:cs typeface="Arimo"/>
              <a:sym typeface="Arimo"/>
            </a:endParaRPr>
          </a:p>
        </p:txBody>
      </p:sp>
      <p:sp>
        <p:nvSpPr>
          <p:cNvPr id="1129" name="Google Shape;1129;p88"/>
          <p:cNvSpPr/>
          <p:nvPr/>
        </p:nvSpPr>
        <p:spPr>
          <a:xfrm>
            <a:off x="567742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30" name="Google Shape;1130;p88"/>
          <p:cNvSpPr/>
          <p:nvPr/>
        </p:nvSpPr>
        <p:spPr>
          <a:xfrm>
            <a:off x="7418075" y="1995575"/>
            <a:ext cx="514500" cy="5145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imo"/>
              <a:ea typeface="Arimo"/>
              <a:cs typeface="Arimo"/>
              <a:sym typeface="Arimo"/>
            </a:endParaRPr>
          </a:p>
        </p:txBody>
      </p:sp>
      <p:sp>
        <p:nvSpPr>
          <p:cNvPr id="1131" name="Google Shape;1131;p88"/>
          <p:cNvSpPr/>
          <p:nvPr/>
        </p:nvSpPr>
        <p:spPr>
          <a:xfrm>
            <a:off x="224098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1</a:t>
            </a:r>
            <a:endParaRPr sz="1800">
              <a:solidFill>
                <a:schemeClr val="dk1"/>
              </a:solidFill>
              <a:latin typeface="Arimo"/>
              <a:ea typeface="Arimo"/>
              <a:cs typeface="Arimo"/>
              <a:sym typeface="Arimo"/>
            </a:endParaRPr>
          </a:p>
        </p:txBody>
      </p:sp>
      <p:sp>
        <p:nvSpPr>
          <p:cNvPr id="1132" name="Google Shape;1132;p88"/>
          <p:cNvSpPr/>
          <p:nvPr/>
        </p:nvSpPr>
        <p:spPr>
          <a:xfrm>
            <a:off x="398163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2</a:t>
            </a:r>
            <a:endParaRPr sz="1800">
              <a:solidFill>
                <a:schemeClr val="dk1"/>
              </a:solidFill>
              <a:latin typeface="Arimo"/>
              <a:ea typeface="Arimo"/>
              <a:cs typeface="Arimo"/>
              <a:sym typeface="Arimo"/>
            </a:endParaRPr>
          </a:p>
        </p:txBody>
      </p:sp>
      <p:sp>
        <p:nvSpPr>
          <p:cNvPr id="1133" name="Google Shape;1133;p88"/>
          <p:cNvSpPr/>
          <p:nvPr/>
        </p:nvSpPr>
        <p:spPr>
          <a:xfrm>
            <a:off x="572228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3</a:t>
            </a:r>
            <a:endParaRPr sz="1800">
              <a:solidFill>
                <a:schemeClr val="dk1"/>
              </a:solidFill>
              <a:latin typeface="Arimo"/>
              <a:ea typeface="Arimo"/>
              <a:cs typeface="Arimo"/>
              <a:sym typeface="Arimo"/>
            </a:endParaRPr>
          </a:p>
        </p:txBody>
      </p:sp>
      <p:sp>
        <p:nvSpPr>
          <p:cNvPr id="1134" name="Google Shape;1134;p88"/>
          <p:cNvSpPr/>
          <p:nvPr/>
        </p:nvSpPr>
        <p:spPr>
          <a:xfrm>
            <a:off x="7462934" y="2040434"/>
            <a:ext cx="424800" cy="424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imo"/>
                <a:ea typeface="Arimo"/>
                <a:cs typeface="Arimo"/>
                <a:sym typeface="Arimo"/>
              </a:rPr>
              <a:t>4</a:t>
            </a:r>
            <a:endParaRPr sz="1800">
              <a:solidFill>
                <a:schemeClr val="dk1"/>
              </a:solidFill>
              <a:latin typeface="Arimo"/>
              <a:ea typeface="Arimo"/>
              <a:cs typeface="Arimo"/>
              <a:sym typeface="Arimo"/>
            </a:endParaRPr>
          </a:p>
        </p:txBody>
      </p:sp>
      <p:sp>
        <p:nvSpPr>
          <p:cNvPr id="1135" name="Google Shape;1135;p88"/>
          <p:cNvSpPr txBox="1"/>
          <p:nvPr>
            <p:ph idx="1" type="subTitle"/>
          </p:nvPr>
        </p:nvSpPr>
        <p:spPr>
          <a:xfrm>
            <a:off x="277500" y="278858"/>
            <a:ext cx="1630200" cy="1374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None/>
            </a:pPr>
            <a:r>
              <a:rPr lang="en"/>
              <a:t>Company Name</a:t>
            </a:r>
            <a:endParaRPr/>
          </a:p>
        </p:txBody>
      </p:sp>
      <p:sp>
        <p:nvSpPr>
          <p:cNvPr id="1136" name="Google Shape;1136;p88"/>
          <p:cNvSpPr txBox="1"/>
          <p:nvPr>
            <p:ph idx="2" type="subTitle"/>
          </p:nvPr>
        </p:nvSpPr>
        <p:spPr>
          <a:xfrm>
            <a:off x="7236300" y="278858"/>
            <a:ext cx="1630200" cy="137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1137" name="Google Shape;1137;p88"/>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
        <p:nvSpPr>
          <p:cNvPr id="1138" name="Google Shape;1138;p88"/>
          <p:cNvSpPr txBox="1"/>
          <p:nvPr>
            <p:ph idx="3" type="body"/>
          </p:nvPr>
        </p:nvSpPr>
        <p:spPr>
          <a:xfrm>
            <a:off x="226690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Wrap up the demo with your final thoughts on the product. You can restate the value proposition or remind your audience about key features.</a:t>
            </a:r>
            <a:endParaRPr/>
          </a:p>
        </p:txBody>
      </p:sp>
      <p:sp>
        <p:nvSpPr>
          <p:cNvPr id="1139" name="Google Shape;1139;p88"/>
          <p:cNvSpPr txBox="1"/>
          <p:nvPr>
            <p:ph idx="4" type="body"/>
          </p:nvPr>
        </p:nvSpPr>
        <p:spPr>
          <a:xfrm>
            <a:off x="400685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 writing these takeaways, answer the question, “Why would someone buy this product?” This is what your audience will remember about the demo.</a:t>
            </a:r>
            <a:endParaRPr/>
          </a:p>
        </p:txBody>
      </p:sp>
      <p:sp>
        <p:nvSpPr>
          <p:cNvPr id="1140" name="Google Shape;1140;p88"/>
          <p:cNvSpPr txBox="1"/>
          <p:nvPr>
            <p:ph idx="5" type="body"/>
          </p:nvPr>
        </p:nvSpPr>
        <p:spPr>
          <a:xfrm>
            <a:off x="574820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Think about your target audience and what they would find compelling about your product. Go beyond specific features and consider high-level benefits.</a:t>
            </a:r>
            <a:endParaRPr/>
          </a:p>
        </p:txBody>
      </p:sp>
      <p:sp>
        <p:nvSpPr>
          <p:cNvPr id="1141" name="Google Shape;1141;p88"/>
          <p:cNvSpPr txBox="1"/>
          <p:nvPr>
            <p:ph idx="6" type="body"/>
          </p:nvPr>
        </p:nvSpPr>
        <p:spPr>
          <a:xfrm>
            <a:off x="7450750" y="3184400"/>
            <a:ext cx="1304700" cy="1297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Add as many takeaways as you need. Duplicate this slide if necessary, and make your last takeaway the most compelling.</a:t>
            </a:r>
            <a:endParaRPr/>
          </a:p>
        </p:txBody>
      </p:sp>
      <p:sp>
        <p:nvSpPr>
          <p:cNvPr id="1142" name="Google Shape;1142;p88"/>
          <p:cNvSpPr txBox="1"/>
          <p:nvPr>
            <p:ph idx="7" type="subTitle"/>
          </p:nvPr>
        </p:nvSpPr>
        <p:spPr>
          <a:xfrm>
            <a:off x="226700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Takeaway 1</a:t>
            </a:r>
            <a:endParaRPr/>
          </a:p>
        </p:txBody>
      </p:sp>
      <p:sp>
        <p:nvSpPr>
          <p:cNvPr id="1143" name="Google Shape;1143;p88"/>
          <p:cNvSpPr txBox="1"/>
          <p:nvPr>
            <p:ph idx="8" type="subTitle"/>
          </p:nvPr>
        </p:nvSpPr>
        <p:spPr>
          <a:xfrm>
            <a:off x="400685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Takeaway 2</a:t>
            </a:r>
            <a:endParaRPr/>
          </a:p>
        </p:txBody>
      </p:sp>
      <p:sp>
        <p:nvSpPr>
          <p:cNvPr id="1144" name="Google Shape;1144;p88"/>
          <p:cNvSpPr txBox="1"/>
          <p:nvPr>
            <p:ph idx="9" type="subTitle"/>
          </p:nvPr>
        </p:nvSpPr>
        <p:spPr>
          <a:xfrm>
            <a:off x="574750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Takeaway 3</a:t>
            </a:r>
            <a:endParaRPr/>
          </a:p>
        </p:txBody>
      </p:sp>
      <p:sp>
        <p:nvSpPr>
          <p:cNvPr id="1145" name="Google Shape;1145;p88"/>
          <p:cNvSpPr txBox="1"/>
          <p:nvPr>
            <p:ph idx="13" type="subTitle"/>
          </p:nvPr>
        </p:nvSpPr>
        <p:spPr>
          <a:xfrm>
            <a:off x="7488850" y="2419500"/>
            <a:ext cx="1304700" cy="555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Takeaway 4</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9" name="Shape 1149"/>
        <p:cNvGrpSpPr/>
        <p:nvPr/>
      </p:nvGrpSpPr>
      <p:grpSpPr>
        <a:xfrm>
          <a:off x="0" y="0"/>
          <a:ext cx="0" cy="0"/>
          <a:chOff x="0" y="0"/>
          <a:chExt cx="0" cy="0"/>
        </a:xfrm>
      </p:grpSpPr>
      <p:sp>
        <p:nvSpPr>
          <p:cNvPr id="1150" name="Google Shape;1150;p89"/>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lt1"/>
              </a:buClr>
              <a:buSzPts val="1100"/>
              <a:buNone/>
            </a:pPr>
            <a:r>
              <a:t/>
            </a:r>
            <a:endParaRPr/>
          </a:p>
          <a:p>
            <a:pPr indent="0" lvl="0" marL="0" rtl="0" algn="l">
              <a:spcBef>
                <a:spcPts val="0"/>
              </a:spcBef>
              <a:spcAft>
                <a:spcPts val="0"/>
              </a:spcAft>
              <a:buNone/>
            </a:pPr>
            <a:r>
              <a:rPr lang="en"/>
              <a:t>Ask us anything!</a:t>
            </a:r>
            <a:endParaRPr/>
          </a:p>
        </p:txBody>
      </p:sp>
      <p:pic>
        <p:nvPicPr>
          <p:cNvPr id="1151" name="Google Shape;1151;p89"/>
          <p:cNvPicPr preferRelativeResize="0"/>
          <p:nvPr/>
        </p:nvPicPr>
        <p:blipFill>
          <a:blip r:embed="rId3">
            <a:alphaModFix/>
          </a:blip>
          <a:stretch>
            <a:fillRect/>
          </a:stretch>
        </p:blipFill>
        <p:spPr>
          <a:xfrm>
            <a:off x="625375" y="627900"/>
            <a:ext cx="610500" cy="610500"/>
          </a:xfrm>
          <a:prstGeom prst="rect">
            <a:avLst/>
          </a:prstGeom>
          <a:noFill/>
          <a:ln>
            <a:noFill/>
          </a:ln>
        </p:spPr>
      </p:pic>
      <p:sp>
        <p:nvSpPr>
          <p:cNvPr id="1152" name="Google Shape;1152;p89"/>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6" name="Shape 1156"/>
        <p:cNvGrpSpPr/>
        <p:nvPr/>
      </p:nvGrpSpPr>
      <p:grpSpPr>
        <a:xfrm>
          <a:off x="0" y="0"/>
          <a:ext cx="0" cy="0"/>
          <a:chOff x="0" y="0"/>
          <a:chExt cx="0" cy="0"/>
        </a:xfrm>
      </p:grpSpPr>
      <p:sp>
        <p:nvSpPr>
          <p:cNvPr id="1157" name="Google Shape;1157;p90"/>
          <p:cNvSpPr txBox="1"/>
          <p:nvPr>
            <p:ph type="title"/>
          </p:nvPr>
        </p:nvSpPr>
        <p:spPr>
          <a:xfrm>
            <a:off x="625375" y="2731850"/>
            <a:ext cx="4034400" cy="1746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Resources</a:t>
            </a:r>
            <a:endParaRPr/>
          </a:p>
        </p:txBody>
      </p:sp>
      <p:pic>
        <p:nvPicPr>
          <p:cNvPr id="1158" name="Google Shape;1158;p90"/>
          <p:cNvPicPr preferRelativeResize="0"/>
          <p:nvPr/>
        </p:nvPicPr>
        <p:blipFill>
          <a:blip r:embed="rId3">
            <a:alphaModFix/>
          </a:blip>
          <a:stretch>
            <a:fillRect/>
          </a:stretch>
        </p:blipFill>
        <p:spPr>
          <a:xfrm>
            <a:off x="625375" y="627900"/>
            <a:ext cx="610500" cy="610500"/>
          </a:xfrm>
          <a:prstGeom prst="rect">
            <a:avLst/>
          </a:prstGeom>
          <a:noFill/>
          <a:ln>
            <a:noFill/>
          </a:ln>
        </p:spPr>
      </p:pic>
      <p:cxnSp>
        <p:nvCxnSpPr>
          <p:cNvPr id="1159" name="Google Shape;1159;p90"/>
          <p:cNvCxnSpPr/>
          <p:nvPr/>
        </p:nvCxnSpPr>
        <p:spPr>
          <a:xfrm>
            <a:off x="5260800" y="278400"/>
            <a:ext cx="0" cy="4581900"/>
          </a:xfrm>
          <a:prstGeom prst="straightConnector1">
            <a:avLst/>
          </a:prstGeom>
          <a:noFill/>
          <a:ln cap="flat" cmpd="sng" w="9525">
            <a:solidFill>
              <a:schemeClr val="dk2"/>
            </a:solidFill>
            <a:prstDash val="solid"/>
            <a:round/>
            <a:headEnd len="med" w="med" type="none"/>
            <a:tailEnd len="med" w="med" type="none"/>
          </a:ln>
        </p:spPr>
      </p:cxnSp>
      <p:sp>
        <p:nvSpPr>
          <p:cNvPr id="1160" name="Google Shape;1160;p90"/>
          <p:cNvSpPr txBox="1"/>
          <p:nvPr/>
        </p:nvSpPr>
        <p:spPr>
          <a:xfrm>
            <a:off x="5594950" y="3328475"/>
            <a:ext cx="2941500" cy="1181400"/>
          </a:xfrm>
          <a:prstGeom prst="rect">
            <a:avLst/>
          </a:prstGeom>
          <a:noFill/>
          <a:ln>
            <a:noFill/>
          </a:ln>
        </p:spPr>
        <p:txBody>
          <a:bodyPr anchorCtr="0" anchor="b" bIns="91425" lIns="0" spcFirstLastPara="1" rIns="0" wrap="square" tIns="0">
            <a:noAutofit/>
          </a:bodyPr>
          <a:lstStyle/>
          <a:p>
            <a:pPr indent="0" lvl="0" marL="0" rtl="0" algn="l">
              <a:lnSpc>
                <a:spcPct val="90000"/>
              </a:lnSpc>
              <a:spcBef>
                <a:spcPts val="0"/>
              </a:spcBef>
              <a:spcAft>
                <a:spcPts val="0"/>
              </a:spcAft>
              <a:buClr>
                <a:schemeClr val="lt1"/>
              </a:buClr>
              <a:buSzPts val="1100"/>
              <a:buNone/>
            </a:pPr>
            <a:r>
              <a:rPr lang="en" sz="1000">
                <a:solidFill>
                  <a:schemeClr val="dk1"/>
                </a:solidFill>
                <a:latin typeface="Arimo"/>
                <a:ea typeface="Arimo"/>
                <a:cs typeface="Arimo"/>
                <a:sym typeface="Arimo"/>
              </a:rPr>
              <a:t>Questions</a:t>
            </a:r>
            <a:r>
              <a:rPr lang="en" sz="1000">
                <a:solidFill>
                  <a:schemeClr val="dk1"/>
                </a:solidFill>
                <a:latin typeface="Arimo"/>
                <a:ea typeface="Arimo"/>
                <a:cs typeface="Arimo"/>
                <a:sym typeface="Arimo"/>
              </a:rPr>
              <a:t>?</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000">
                <a:solidFill>
                  <a:schemeClr val="dk1"/>
                </a:solidFill>
                <a:latin typeface="Arimo"/>
                <a:ea typeface="Arimo"/>
                <a:cs typeface="Arimo"/>
                <a:sym typeface="Arimo"/>
              </a:rPr>
              <a:t>Please reach out to</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000">
                <a:solidFill>
                  <a:schemeClr val="dk1"/>
                </a:solidFill>
                <a:latin typeface="Arimo"/>
                <a:ea typeface="Arimo"/>
                <a:cs typeface="Arimo"/>
                <a:sym typeface="Arimo"/>
              </a:rPr>
              <a:t>name@example.com</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None/>
            </a:pPr>
            <a:r>
              <a:t/>
            </a:r>
            <a:endParaRPr sz="1000">
              <a:solidFill>
                <a:schemeClr val="dk1"/>
              </a:solidFill>
              <a:latin typeface="Arimo"/>
              <a:ea typeface="Arimo"/>
              <a:cs typeface="Arimo"/>
              <a:sym typeface="Arimo"/>
            </a:endParaRPr>
          </a:p>
          <a:p>
            <a:pPr indent="0" lvl="0" marL="0" rtl="0" algn="l">
              <a:lnSpc>
                <a:spcPct val="90000"/>
              </a:lnSpc>
              <a:spcBef>
                <a:spcPts val="0"/>
              </a:spcBef>
              <a:spcAft>
                <a:spcPts val="0"/>
              </a:spcAft>
              <a:buClr>
                <a:schemeClr val="lt1"/>
              </a:buClr>
              <a:buSzPts val="1100"/>
              <a:buFont typeface="Arial"/>
              <a:buNone/>
            </a:pPr>
            <a:r>
              <a:rPr lang="en" sz="1600">
                <a:solidFill>
                  <a:schemeClr val="dk1"/>
                </a:solidFill>
                <a:latin typeface="Arimo"/>
                <a:ea typeface="Arimo"/>
                <a:cs typeface="Arimo"/>
                <a:sym typeface="Arimo"/>
              </a:rPr>
              <a:t>Thank you!</a:t>
            </a:r>
            <a:endParaRPr sz="1600">
              <a:solidFill>
                <a:schemeClr val="dk1"/>
              </a:solidFill>
              <a:latin typeface="Arimo"/>
              <a:ea typeface="Arimo"/>
              <a:cs typeface="Arimo"/>
              <a:sym typeface="Arimo"/>
            </a:endParaRPr>
          </a:p>
        </p:txBody>
      </p:sp>
      <p:sp>
        <p:nvSpPr>
          <p:cNvPr id="1161" name="Google Shape;1161;p90"/>
          <p:cNvSpPr txBox="1"/>
          <p:nvPr>
            <p:ph idx="12" type="sldNum"/>
          </p:nvPr>
        </p:nvSpPr>
        <p:spPr>
          <a:xfrm>
            <a:off x="8208648" y="4749900"/>
            <a:ext cx="657900" cy="192000"/>
          </a:xfrm>
          <a:prstGeom prst="rect">
            <a:avLst/>
          </a:prstGeom>
        </p:spPr>
        <p:txBody>
          <a:bodyPr anchorCtr="0" anchor="ctr" bIns="91425" lIns="91425" spcFirstLastPara="1" rIns="0" wrap="square" tIns="91425">
            <a:noAutofit/>
          </a:bodyPr>
          <a:lstStyle/>
          <a:p>
            <a:pPr indent="0" lvl="0" marL="0" rtl="0" algn="r">
              <a:spcBef>
                <a:spcPts val="0"/>
              </a:spcBef>
              <a:spcAft>
                <a:spcPts val="0"/>
              </a:spcAft>
              <a:buClr>
                <a:schemeClr val="dk1"/>
              </a:buClr>
              <a:buSzPts val="700"/>
              <a:buFont typeface="Arimo"/>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demo | Human focus">
  <a:themeElements>
    <a:clrScheme name="Simple Light">
      <a:dk1>
        <a:srgbClr val="3C4043"/>
      </a:dk1>
      <a:lt1>
        <a:srgbClr val="000000"/>
      </a:lt1>
      <a:dk2>
        <a:srgbClr val="F4F4F4"/>
      </a:dk2>
      <a:lt2>
        <a:srgbClr val="FFFFFF"/>
      </a:lt2>
      <a:accent1>
        <a:srgbClr val="FDD198"/>
      </a:accent1>
      <a:accent2>
        <a:srgbClr val="F4F4F4"/>
      </a:accent2>
      <a:accent3>
        <a:srgbClr val="B7B7B7"/>
      </a:accent3>
      <a:accent4>
        <a:srgbClr val="FFA767"/>
      </a:accent4>
      <a:accent5>
        <a:srgbClr val="FFF2DC"/>
      </a:accent5>
      <a:accent6>
        <a:srgbClr val="F0C894"/>
      </a:accent6>
      <a:hlink>
        <a:srgbClr val="CAA97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